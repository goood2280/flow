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SEMICONDUCTOR FAB · DATA ANALYSIS 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FabCanvas.ai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flow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3200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반도체 fab 운영·개발 데이터를 한 곳에서 모으고, 기록하고, 공유하는 분석 허브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66344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 엔지니어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466344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공정 개발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66344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수율 분석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466344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장비 운영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기록이 쌓이면, 판단이 빨라집니다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3152"/>
            <a:ext cx="4114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FabCanvas.ai · flow v8.8.15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주요 기능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사용자에게 주는 가치 중심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15568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15361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938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접수 → 완료 2단계 업무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제품·Lot 기반으로 요청을 받고 이력 타임라인으로 흐름을 남깁니다. 공동편집·메일 발송·모듈별 요약으로 "누가 무엇을, 어디까지 했는지" 한눈에.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371600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371600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938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차수 기반 회의 · 실시간 동시편집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0288" y="2286000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37744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아젠다·결정사항·액션아이템을 회의록 한 장에서 관리. 결정된 일정은 달력에 자동 반영, 담당자에게 메일 발송까지 한 번에.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74736" y="1371600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1371600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43416" y="15361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Calendar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43416" y="1938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회의·액션아이템을 하나의 일정 뷰로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03336" y="2286000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237744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회의별 고유 색상과 그룹 공개범위로 내 팀 일정만 골라봅니다. 회의에서 만든 action item 이 자동으로 달력 이벤트가 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904488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417320" y="4069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47141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데이터소스 · X/Y · 차트를 몇 클릭으로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818888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91032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내 데이터를 불러 멀티 Y 차트로 즉시 시각화. 시리즈별 색상·공개범위(전체/admin/그룹)로 혼자 보거나 팀과 공유합니다.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61688" y="3904488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61688" y="3904488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4568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230368" y="4069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FileBrowser · S3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30368" y="447141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사내 저장소 · S3 · 내 PC 를 한 트리로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90288" y="4818888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0288" y="491032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제품별 신호등(↑/↓)으로 업·다운로드 상태를 바로 확인. AWS 프로파일을 골라 양방향 동기화, 엑셀은 표로 바로 미리보기.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74736" y="3904488"/>
            <a:ext cx="3703320" cy="2423160"/>
          </a:xfrm>
          <a:prstGeom prst="roundRect">
            <a:avLst>
              <a:gd name="adj" fmla="val 3019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3904488"/>
            <a:ext cx="73152" cy="242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57616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043416" y="4069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SplitTable · Rulebook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043416" y="447141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KNOB / INLINE / VM 3분할 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03336" y="4818888"/>
            <a:ext cx="32461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03336" y="4910328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ML_TABLE_ 필터로 학습용 스냅샷만 골라보고, 컬럼 오버라이드·룰북으로 팀 표준을 코드 없이 유지합니다.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73152"/>
            <a:ext cx="4114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FabCanvas.ai · flow v8.8.15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앞으로 &amp; 기대효과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 운영·개발에 가져올 변화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15568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55778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🗺️  향후 로드맵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쿼리 VM 데모 + ML Table 파이프라인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048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쿼리 결과를 학습용 테이블로 바로 굳혀 재현 가능한 분석 루프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공정 영역 태깅 + DVC 룰 테이블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29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수치가 어느 공정에 속하는지 시스템이 스스로 분류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1513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1056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인과 매트릭스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4531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이상 지표들 사이의 인과 관계를 한 장의 표로 요약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17550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129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테라팹 전체 데모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4772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 전체 규모 데이터에서도 끊김 없이 돌아가는 운영 수준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01F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✨  기대효과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8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494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흩어진 기록을 한 곳으로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메일·엑셀·메신저에 흩어지던 업무 이력이 제품·Lot 기준으로 한 타임라인에 모입니다.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2852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8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회의가 실제 일정이 됩니다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1272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회의록에서 정한 action 이 달력·메일로 자동 연결되어 "결정만 하고 끝"을 막습니다.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6941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8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9440" y="36758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내가 보고 싶은 데이터로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3968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코드 없이 데이터소스·축·공개범위만 골라 대시보드를 만들고 팀과 공유합니다.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37960" y="45354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8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49440" y="45171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파일 이동 시간을 줄입니다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48097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사내 저장소·S3·내 PC 가 하나의 트리, 신호등으로 상태가 보이니 찾는 시간이 줄어듭니다.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5376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8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49440" y="53583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표준은 코드 없이 유지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5650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룰북·오버라이드로 팀 표준을 손으로 관리, 분석가는 분석에 집중합니다.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 기술 스택: </a:t>
            </a:r>
            <a:pPr algn="l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(프론트엔드) + </a:t>
            </a:r>
            <a:pPr algn="l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(백엔드 API) + </a:t>
            </a:r>
            <a:pPr algn="l"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Polars</a:t>
            </a:r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(고속 데이터 처리) · 사내망 전용 서비스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73152"/>
            <a:ext cx="4114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FabCanvas.ai · flow v8.8.15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FabCanvas.ai (flow) — 기능 소개</dc:title>
  <dc:subject>PptxGenJS Presentation</dc:subject>
  <dc:creator>flow team</dc:creator>
  <cp:lastModifiedBy>flow team</cp:lastModifiedBy>
  <cp:revision>1</cp:revision>
  <dcterms:created xsi:type="dcterms:W3CDTF">2026-04-22T01:03:11Z</dcterms:created>
  <dcterms:modified xsi:type="dcterms:W3CDTF">2026-04-22T01:03:11Z</dcterms:modified>
</cp:coreProperties>
</file>