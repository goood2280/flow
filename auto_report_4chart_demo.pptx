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NanumGothic"/>
              </a:defRPr>
            </a:pPr>
            <a:r>
              <a:t>DEMO_V1 / A1234 / M1_ET — VTH_N_LV Summary (Demo)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58368"/>
            <a:ext cx="5798667" cy="284835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" y="704088"/>
            <a:ext cx="5054346" cy="27569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64427" y="658368"/>
            <a:ext cx="5798667" cy="284835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704" y="704088"/>
            <a:ext cx="5032112" cy="27569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3643884"/>
            <a:ext cx="5798667" cy="284835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82" y="3689604"/>
            <a:ext cx="5625902" cy="27569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64427" y="3643884"/>
            <a:ext cx="5798667" cy="284835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587" y="3689604"/>
            <a:ext cx="5054346" cy="27569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475569"/>
                </a:solidFill>
                <a:latin typeface="NanumGothic"/>
              </a:defRPr>
            </a:pPr>
            <a:r>
              <a:t>※ Demo — dummy data. Spec line(red dashed) = 0.38 ~ 0.46.  Wafer color / WF MAP colormap / box style = Auto Report theme.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