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Item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77440" y="10972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 · A0004 · A0004C.2 · ETA100030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2026-04-27T23:41:12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IDSAT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RAW_IDSAT · 70 points · 14 package(s)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3796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01344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0.5988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33932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8972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66520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0.5988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99108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389888"/>
            <a:ext cx="1874520" cy="49834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46304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719072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73736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16152" y="173736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24024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4231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16152" y="224231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0.5988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728976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726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16152" y="274726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233928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5221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16152" y="325221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0.5916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738880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57168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16152" y="3757168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0.5951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43832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6212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16152" y="426212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0.5988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748784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6707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16152" y="476707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0.6025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5253736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27202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216152" y="527202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0.6060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5758688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77697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216152" y="577697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0.6054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04288" y="1389888"/>
            <a:ext cx="283464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14016" y="146304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Plot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55682" y="2487168"/>
            <a:ext cx="39336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55682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5018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65243" y="2167128"/>
            <a:ext cx="45720" cy="6400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5350" y="2103120"/>
            <a:ext cx="0" cy="768096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LSL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USL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505456" y="2944368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0.5916   q1 0.5951   med 0.5988   q3 0.6025   max 0.6060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5321808" y="1389888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46304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WF Map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77840" y="1773936"/>
            <a:ext cx="2185416" cy="11887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202168" y="1389888"/>
            <a:ext cx="373075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311896" y="146304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77656" y="1892808"/>
            <a:ext cx="0" cy="9601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77656" y="253288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77656" y="221284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77656" y="189280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330184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0.6002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8330184" y="27797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0.5974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11000232" y="290779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8659368" y="1691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8677656" y="2372868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912586" y="2372868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147517" y="2234920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82447" y="2234920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617378" y="2096971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852308" y="2096971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087239" y="278671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322169" y="2786713"/>
            <a:ext cx="234930" cy="-82769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557100" y="195902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792030" y="1959023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026961" y="2648765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261891" y="2648765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1496822" y="2510816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64565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88058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11551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35044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58537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82030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5523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29016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52509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76002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99495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122988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46481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69974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304288" y="3456432"/>
            <a:ext cx="4617720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414016" y="3529584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 Plot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779776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779776" y="5318760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779776" y="4639056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779776" y="3959352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2432304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0.6072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2432304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0.5904</a:t>
            </a:r>
            <a:endParaRPr lang="en-US" sz="650" dirty="0"/>
          </a:p>
        </p:txBody>
      </p:sp>
      <p:sp>
        <p:nvSpPr>
          <p:cNvPr id="183" name="Text 181"/>
          <p:cNvSpPr/>
          <p:nvPr/>
        </p:nvSpPr>
        <p:spPr>
          <a:xfrm>
            <a:off x="5989320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</a:t>
            </a:r>
            <a:endParaRPr lang="en-US" sz="650" dirty="0"/>
          </a:p>
        </p:txBody>
      </p:sp>
      <p:sp>
        <p:nvSpPr>
          <p:cNvPr id="184" name="Text 182"/>
          <p:cNvSpPr/>
          <p:nvPr/>
        </p:nvSpPr>
        <p:spPr>
          <a:xfrm>
            <a:off x="2761488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114032" y="3456432"/>
            <a:ext cx="4818888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7223760" y="3529584"/>
            <a:ext cx="4599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Plot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589520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589520" y="5318760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589520" y="4639056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589520" y="3959352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7242048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650" dirty="0"/>
          </a:p>
        </p:txBody>
      </p:sp>
      <p:sp>
        <p:nvSpPr>
          <p:cNvPr id="264" name="Text 262"/>
          <p:cNvSpPr/>
          <p:nvPr/>
        </p:nvSpPr>
        <p:spPr>
          <a:xfrm>
            <a:off x="7242048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</a:t>
            </a:r>
            <a:endParaRPr lang="en-US" sz="650" dirty="0"/>
          </a:p>
        </p:txBody>
      </p:sp>
      <p:sp>
        <p:nvSpPr>
          <p:cNvPr id="265" name="Text 263"/>
          <p:cNvSpPr/>
          <p:nvPr/>
        </p:nvSpPr>
        <p:spPr>
          <a:xfrm>
            <a:off x="11000232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266" name="Text 264"/>
          <p:cNvSpPr/>
          <p:nvPr/>
        </p:nvSpPr>
        <p:spPr>
          <a:xfrm>
            <a:off x="7571232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cdf</a:t>
            </a:r>
            <a:endParaRPr lang="en-US" sz="650" dirty="0"/>
          </a:p>
        </p:txBody>
      </p:sp>
      <p:sp>
        <p:nvSpPr>
          <p:cNvPr id="267" name="Shape 265"/>
          <p:cNvSpPr/>
          <p:nvPr/>
        </p:nvSpPr>
        <p:spPr>
          <a:xfrm>
            <a:off x="7875191" y="596933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875191" y="594020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974383" y="591107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974383" y="588194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8073574" y="585281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8073574" y="582368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172765" y="579455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8172765" y="576542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8271957" y="573629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8271957" y="570716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371148" y="567803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8371148" y="564890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470339" y="561977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470339" y="5590642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619127" y="556151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619127" y="553238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718318" y="550325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8718318" y="547412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8817509" y="544499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8817509" y="541586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916701" y="538673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916701" y="535760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9015892" y="532847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9015892" y="529934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9115083" y="527021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115083" y="524108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214275" y="521194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214275" y="5182819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363062" y="515368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363062" y="512455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462253" y="509542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462253" y="506629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561445" y="503716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561445" y="500803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660636" y="497890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660636" y="494977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759827" y="492064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759827" y="489151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859019" y="486238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859019" y="483325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958210" y="480412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958210" y="4774997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106997" y="474586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0106997" y="471673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0206189" y="468760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0206189" y="465847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0305380" y="462934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0305380" y="460021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0404571" y="457108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0404571" y="454195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0503763" y="451282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0503763" y="448369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0602954" y="445456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0602954" y="442543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0702145" y="439630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702145" y="4367174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850933" y="433804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0850933" y="430891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950124" y="427978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0950124" y="425065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049315" y="422152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049315" y="419239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148507" y="416326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148507" y="413413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247698" y="410500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247698" y="407587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346889" y="404674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346889" y="401761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446081" y="398848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Item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77440" y="10972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 · A0004 · A0004C.2 · ETA100030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2026-04-27T23:41:12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IOFF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RAW_IOFF · 70 points · 14 package(s)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3796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01344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0.6688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33932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8972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66520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0.6688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99108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389888"/>
            <a:ext cx="1874520" cy="49834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46304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719072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73736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16152" y="173736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24024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4231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16152" y="224231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0.6688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728976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726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16152" y="274726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233928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5221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16152" y="325221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0.6616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738880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57168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16152" y="3757168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0.6651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43832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6212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16152" y="426212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0.6688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748784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6707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16152" y="476707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0.6725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5253736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27202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216152" y="527202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0.6760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5758688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77697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216152" y="577697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0.6754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04288" y="1389888"/>
            <a:ext cx="283464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14016" y="146304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Plot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59755" y="2487168"/>
            <a:ext cx="35263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59755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5018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68326" y="2167128"/>
            <a:ext cx="45720" cy="6400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7386" y="2103120"/>
            <a:ext cx="0" cy="768096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LSL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USL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505456" y="2944368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0.6616   q1 0.6651   med 0.6688   q3 0.6725   max 0.6760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5321808" y="1389888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46304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WF Map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77840" y="1773936"/>
            <a:ext cx="2185416" cy="11887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202168" y="1389888"/>
            <a:ext cx="373075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311896" y="146304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77656" y="1892808"/>
            <a:ext cx="0" cy="9601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77656" y="253288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77656" y="221284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77656" y="189280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330184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0.6702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8330184" y="27797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0.6674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11000232" y="290779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8659368" y="1691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8677656" y="2372868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912586" y="2372868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147517" y="2234920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82447" y="2234920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617378" y="2096971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852308" y="2096971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087239" y="278671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322169" y="2786713"/>
            <a:ext cx="234930" cy="-82769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557100" y="195902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792030" y="1959023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026961" y="2648765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261891" y="2648765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1496822" y="2510816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64565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88058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11551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35044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58537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82030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5523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29016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52509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76002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99495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122988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46481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69974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304288" y="3456432"/>
            <a:ext cx="4617720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414016" y="3529584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 Plot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779776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779776" y="5318760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779776" y="4639056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779776" y="3959352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2432304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0.6772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2432304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0.6604</a:t>
            </a:r>
            <a:endParaRPr lang="en-US" sz="650" dirty="0"/>
          </a:p>
        </p:txBody>
      </p:sp>
      <p:sp>
        <p:nvSpPr>
          <p:cNvPr id="183" name="Text 181"/>
          <p:cNvSpPr/>
          <p:nvPr/>
        </p:nvSpPr>
        <p:spPr>
          <a:xfrm>
            <a:off x="5989320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</a:t>
            </a:r>
            <a:endParaRPr lang="en-US" sz="650" dirty="0"/>
          </a:p>
        </p:txBody>
      </p:sp>
      <p:sp>
        <p:nvSpPr>
          <p:cNvPr id="184" name="Text 182"/>
          <p:cNvSpPr/>
          <p:nvPr/>
        </p:nvSpPr>
        <p:spPr>
          <a:xfrm>
            <a:off x="2761488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114032" y="3456432"/>
            <a:ext cx="4818888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7223760" y="3529584"/>
            <a:ext cx="4599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Plot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589520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589520" y="5318760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589520" y="4639056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589520" y="3959352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7242048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650" dirty="0"/>
          </a:p>
        </p:txBody>
      </p:sp>
      <p:sp>
        <p:nvSpPr>
          <p:cNvPr id="264" name="Text 262"/>
          <p:cNvSpPr/>
          <p:nvPr/>
        </p:nvSpPr>
        <p:spPr>
          <a:xfrm>
            <a:off x="7242048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</a:t>
            </a:r>
            <a:endParaRPr lang="en-US" sz="650" dirty="0"/>
          </a:p>
        </p:txBody>
      </p:sp>
      <p:sp>
        <p:nvSpPr>
          <p:cNvPr id="265" name="Text 263"/>
          <p:cNvSpPr/>
          <p:nvPr/>
        </p:nvSpPr>
        <p:spPr>
          <a:xfrm>
            <a:off x="11000232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266" name="Text 264"/>
          <p:cNvSpPr/>
          <p:nvPr/>
        </p:nvSpPr>
        <p:spPr>
          <a:xfrm>
            <a:off x="7571232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cdf</a:t>
            </a:r>
            <a:endParaRPr lang="en-US" sz="650" dirty="0"/>
          </a:p>
        </p:txBody>
      </p:sp>
      <p:sp>
        <p:nvSpPr>
          <p:cNvPr id="267" name="Shape 265"/>
          <p:cNvSpPr/>
          <p:nvPr/>
        </p:nvSpPr>
        <p:spPr>
          <a:xfrm>
            <a:off x="7875191" y="596933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875191" y="594020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974383" y="591107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974383" y="588194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8073574" y="585281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8073574" y="582368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172765" y="579455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8172765" y="576542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8271957" y="573629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8271957" y="570716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371148" y="567803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8371148" y="564890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470339" y="561977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470339" y="5590642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619127" y="556151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619127" y="553238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718318" y="550325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8718318" y="547412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8817509" y="544499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8817509" y="541586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916701" y="538673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916701" y="535760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9015892" y="532847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9015892" y="529934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9115083" y="527021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115083" y="524108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214275" y="521194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214275" y="5182819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363062" y="515368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363062" y="512455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462253" y="509542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462253" y="506629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561445" y="503716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561445" y="500803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660636" y="497890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660636" y="494977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759827" y="492064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759827" y="489151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859019" y="486238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859019" y="483325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958210" y="480412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958210" y="4774997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106997" y="474586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0106997" y="471673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0206189" y="468760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0206189" y="465847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0305380" y="462934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0305380" y="460021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0404571" y="457108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0404571" y="454195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0503763" y="451282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0503763" y="448369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0602954" y="445456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0602954" y="442543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0702145" y="439630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702145" y="4367174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850933" y="433804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0850933" y="430891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950124" y="427978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0950124" y="425065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049315" y="422152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049315" y="419239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148507" y="416326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148507" y="413413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247698" y="410500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247698" y="407587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346889" y="404674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346889" y="401761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446081" y="398848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Item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77440" y="10972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 · A0004 · A0004C.2 · ETA100030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2026-04-27T23:41:12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RINGOSC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RAW_RINGOSC · 70 points · 14 package(s)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3796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01344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0.7388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33932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8972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66520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0.7388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99108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389888"/>
            <a:ext cx="1874520" cy="49834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46304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719072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73736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16152" y="173736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24024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4231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16152" y="224231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0.7388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728976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726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16152" y="274726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233928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5221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16152" y="325221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0.7316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738880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57168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16152" y="3757168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0.7351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43832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6212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16152" y="426212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0.7388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748784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6707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16152" y="476707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0.7425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5253736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27202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216152" y="527202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0.7460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5758688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77697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216152" y="577697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0.7454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04288" y="1389888"/>
            <a:ext cx="283464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14016" y="146304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Plot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63064" y="2487168"/>
            <a:ext cx="31954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63064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5018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0830" y="2167128"/>
            <a:ext cx="45720" cy="6400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9041" y="2103120"/>
            <a:ext cx="0" cy="768096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LSL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USL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505456" y="2944368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0.7316   q1 0.7351   med 0.7388   q3 0.7425   max 0.7460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5321808" y="1389888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46304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WF Map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77840" y="1773936"/>
            <a:ext cx="2185416" cy="11887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202168" y="1389888"/>
            <a:ext cx="373075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311896" y="146304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77656" y="1892808"/>
            <a:ext cx="0" cy="9601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77656" y="253288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77656" y="221284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77656" y="189280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330184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0.7402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8330184" y="27797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0.7374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11000232" y="290779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8659368" y="1691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8677656" y="2372868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912586" y="2372868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147517" y="2234920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82447" y="2234920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617378" y="2096971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852308" y="2096971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087239" y="278671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322169" y="2786713"/>
            <a:ext cx="234930" cy="-82769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557100" y="195902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792030" y="1959023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026961" y="2648765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261891" y="2648765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1496822" y="2510816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64565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88058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11551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35044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58537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82030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5523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29016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52509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76002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99495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122988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46481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69974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304288" y="3456432"/>
            <a:ext cx="4617720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414016" y="3529584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 Plot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779776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779776" y="5318760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779776" y="4639056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779776" y="3959352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2432304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0.7472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2432304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0.7304</a:t>
            </a:r>
            <a:endParaRPr lang="en-US" sz="650" dirty="0"/>
          </a:p>
        </p:txBody>
      </p:sp>
      <p:sp>
        <p:nvSpPr>
          <p:cNvPr id="183" name="Text 181"/>
          <p:cNvSpPr/>
          <p:nvPr/>
        </p:nvSpPr>
        <p:spPr>
          <a:xfrm>
            <a:off x="5989320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</a:t>
            </a:r>
            <a:endParaRPr lang="en-US" sz="650" dirty="0"/>
          </a:p>
        </p:txBody>
      </p:sp>
      <p:sp>
        <p:nvSpPr>
          <p:cNvPr id="184" name="Text 182"/>
          <p:cNvSpPr/>
          <p:nvPr/>
        </p:nvSpPr>
        <p:spPr>
          <a:xfrm>
            <a:off x="2761488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114032" y="3456432"/>
            <a:ext cx="4818888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7223760" y="3529584"/>
            <a:ext cx="4599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Plot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589520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589520" y="5318760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589520" y="4639056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589520" y="3959352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7242048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650" dirty="0"/>
          </a:p>
        </p:txBody>
      </p:sp>
      <p:sp>
        <p:nvSpPr>
          <p:cNvPr id="264" name="Text 262"/>
          <p:cNvSpPr/>
          <p:nvPr/>
        </p:nvSpPr>
        <p:spPr>
          <a:xfrm>
            <a:off x="7242048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</a:t>
            </a:r>
            <a:endParaRPr lang="en-US" sz="650" dirty="0"/>
          </a:p>
        </p:txBody>
      </p:sp>
      <p:sp>
        <p:nvSpPr>
          <p:cNvPr id="265" name="Text 263"/>
          <p:cNvSpPr/>
          <p:nvPr/>
        </p:nvSpPr>
        <p:spPr>
          <a:xfrm>
            <a:off x="11000232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266" name="Text 264"/>
          <p:cNvSpPr/>
          <p:nvPr/>
        </p:nvSpPr>
        <p:spPr>
          <a:xfrm>
            <a:off x="7571232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cdf</a:t>
            </a:r>
            <a:endParaRPr lang="en-US" sz="650" dirty="0"/>
          </a:p>
        </p:txBody>
      </p:sp>
      <p:sp>
        <p:nvSpPr>
          <p:cNvPr id="267" name="Shape 265"/>
          <p:cNvSpPr/>
          <p:nvPr/>
        </p:nvSpPr>
        <p:spPr>
          <a:xfrm>
            <a:off x="7875191" y="596933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875191" y="594020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974383" y="591107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974383" y="588194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8073574" y="585281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8073574" y="582368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172765" y="579455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8172765" y="576542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8271957" y="573629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8271957" y="570716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371148" y="567803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8371148" y="564890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470339" y="561977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470339" y="5590642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619127" y="556151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619127" y="553238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718318" y="550325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8718318" y="547412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8817509" y="544499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8817509" y="541586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916701" y="538673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916701" y="535760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9015892" y="532847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9015892" y="529934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9115083" y="527021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115083" y="524108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214275" y="521194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214275" y="5182819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363062" y="515368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363062" y="512455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462253" y="509542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462253" y="506629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561445" y="503716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561445" y="500803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660636" y="497890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660636" y="494977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759827" y="492064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759827" y="489151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859019" y="486238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859019" y="483325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958210" y="480412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958210" y="4774997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106997" y="474586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0106997" y="471673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0206189" y="468760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0206189" y="465847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0305380" y="462934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0305380" y="460021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0404571" y="457108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0404571" y="454195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0503763" y="451282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0503763" y="448369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0602954" y="445456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0602954" y="442543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0702145" y="439630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702145" y="4367174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850933" y="433804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0850933" y="430891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950124" y="427978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0950124" y="425065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049315" y="422152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049315" y="419239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148507" y="416326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148507" y="413413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247698" y="410500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247698" y="407587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346889" y="404674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346889" y="401761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446081" y="398848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Item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77440" y="10972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 · A0004 · A0004C.2 · ETA100030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2026-04-27T23:41:12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658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VTH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9875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RAW_VTH · 70 points · 14 package(s)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3796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701344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0.5288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833932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8972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966520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0.5288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515600" y="67665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749808"/>
            <a:ext cx="411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0991088" y="713232"/>
            <a:ext cx="576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1389888"/>
            <a:ext cx="1874520" cy="49834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463040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719072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73736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16152" y="173736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224024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24231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16152" y="224231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0.5288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728976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74726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16152" y="274726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0.004349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233928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25221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16152" y="325221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0.5216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738880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57168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16152" y="3757168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0.5251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4243832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62120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16152" y="4262120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0.5288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748784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67072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216152" y="4767072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0.5325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5253736"/>
            <a:ext cx="1655064" cy="5049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272024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216152" y="5272024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0.5360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5758688"/>
            <a:ext cx="1655064" cy="50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776976"/>
            <a:ext cx="73152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216152" y="5776976"/>
            <a:ext cx="685800" cy="46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0.5354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04288" y="1389888"/>
            <a:ext cx="283464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14016" y="146304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Plot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50545" y="2487168"/>
            <a:ext cx="44473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50545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5018" y="2231136"/>
            <a:ext cx="0" cy="51206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61354" y="2167128"/>
            <a:ext cx="45720" cy="6400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781" y="2103120"/>
            <a:ext cx="0" cy="768096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LSL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939638" y="2167128"/>
            <a:ext cx="0" cy="141732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02478" y="201168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USL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505456" y="2944368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 0.5216   q1 0.5251   med 0.5288   q3 0.5325   max 0.5360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5321808" y="1389888"/>
            <a:ext cx="2697480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146304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WF Map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77840" y="1773936"/>
            <a:ext cx="2185416" cy="1188720"/>
          </a:xfrm>
          <a:prstGeom prst="rect">
            <a:avLst/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816321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638544" y="2336292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460767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816321" y="1915963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460767" y="2756621"/>
            <a:ext cx="64008" cy="64008"/>
          </a:xfrm>
          <a:prstGeom prst="ellipse">
            <a:avLst/>
          </a:prstGeom>
          <a:solidFill>
            <a:srgbClr val="DC2626">
              <a:alpha val="98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202168" y="1389888"/>
            <a:ext cx="3730752" cy="1828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311896" y="1463040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677656" y="1892808"/>
            <a:ext cx="0" cy="9601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677656" y="285292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677656" y="253288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77656" y="221284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677656" y="1892808"/>
            <a:ext cx="3054096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330184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0.5302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8330184" y="27797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0.5274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11000232" y="290779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8659368" y="16916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8677656" y="2372868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912586" y="2372868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147517" y="2234920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382447" y="2234920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617378" y="2096971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852308" y="2096971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087239" y="278671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322169" y="2786713"/>
            <a:ext cx="234930" cy="-82769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557100" y="1959023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792030" y="1959023"/>
            <a:ext cx="234930" cy="68974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026961" y="2648765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261891" y="2648765"/>
            <a:ext cx="234930" cy="-137948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1496822" y="2510816"/>
            <a:ext cx="23493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64565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880582" y="2340864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911551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350443" y="2202916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58537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820304" y="2064967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005523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290165" y="275470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52509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760026" y="1927019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99495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1229887" y="2616761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46481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699748" y="2478812"/>
            <a:ext cx="64008" cy="640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304288" y="3456432"/>
            <a:ext cx="4617720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414016" y="3529584"/>
            <a:ext cx="4398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 Plot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779776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779776" y="5998464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779776" y="5318760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779776" y="4639056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779776" y="3959352"/>
            <a:ext cx="3941064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2432304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0.5372</a:t>
            </a:r>
            <a:endParaRPr lang="en-US" sz="650" dirty="0"/>
          </a:p>
        </p:txBody>
      </p:sp>
      <p:sp>
        <p:nvSpPr>
          <p:cNvPr id="182" name="Text 180"/>
          <p:cNvSpPr/>
          <p:nvPr/>
        </p:nvSpPr>
        <p:spPr>
          <a:xfrm>
            <a:off x="2432304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0.5204</a:t>
            </a:r>
            <a:endParaRPr lang="en-US" sz="650" dirty="0"/>
          </a:p>
        </p:txBody>
      </p:sp>
      <p:sp>
        <p:nvSpPr>
          <p:cNvPr id="183" name="Text 181"/>
          <p:cNvSpPr/>
          <p:nvPr/>
        </p:nvSpPr>
        <p:spPr>
          <a:xfrm>
            <a:off x="5989320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radius</a:t>
            </a:r>
            <a:endParaRPr lang="en-US" sz="650" dirty="0"/>
          </a:p>
        </p:txBody>
      </p:sp>
      <p:sp>
        <p:nvSpPr>
          <p:cNvPr id="184" name="Text 182"/>
          <p:cNvSpPr/>
          <p:nvPr/>
        </p:nvSpPr>
        <p:spPr>
          <a:xfrm>
            <a:off x="2761488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697980" y="583497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756916" y="546875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697980" y="510253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697980" y="473631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697980" y="437009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697980" y="578614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756916" y="5419926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697980" y="505370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697980" y="468748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697980" y="432126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697980" y="573731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756916" y="537109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697980" y="500487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697980" y="4638657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697980" y="427243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697980" y="568848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2756916" y="532226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97980" y="495604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697980" y="458982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697980" y="422360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697980" y="5639658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756916" y="527343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697980" y="490721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697980" y="454099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697980" y="417477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6697980" y="559082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756916" y="522460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6697980" y="4858389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697980" y="449217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6697980" y="412595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6697980" y="554200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756916" y="517578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6697980" y="480956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6697980" y="444334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6697980" y="4077120"/>
            <a:ext cx="45720" cy="45720"/>
          </a:xfrm>
          <a:prstGeom prst="ellipse">
            <a:avLst/>
          </a:prstGeom>
          <a:solidFill>
            <a:srgbClr val="DC2626">
              <a:alpha val="9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114032" y="3456432"/>
            <a:ext cx="4818888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7223760" y="3529584"/>
            <a:ext cx="4599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Plot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589520" y="3959352"/>
            <a:ext cx="0" cy="203911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589520" y="5998464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589520" y="5318760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589520" y="4639056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589520" y="3959352"/>
            <a:ext cx="4142232" cy="0"/>
          </a:xfrm>
          <a:prstGeom prst="line">
            <a:avLst/>
          </a:prstGeom>
          <a:noFill/>
          <a:ln w="6350">
            <a:solidFill>
              <a:srgbClr val="E2E8F0">
                <a:alpha val="70000"/>
              </a:srgbClr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7242048" y="39319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650" dirty="0"/>
          </a:p>
        </p:txBody>
      </p:sp>
      <p:sp>
        <p:nvSpPr>
          <p:cNvPr id="264" name="Text 262"/>
          <p:cNvSpPr/>
          <p:nvPr/>
        </p:nvSpPr>
        <p:spPr>
          <a:xfrm>
            <a:off x="7242048" y="592531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</a:t>
            </a:r>
            <a:endParaRPr lang="en-US" sz="650" dirty="0"/>
          </a:p>
        </p:txBody>
      </p:sp>
      <p:sp>
        <p:nvSpPr>
          <p:cNvPr id="265" name="Text 263"/>
          <p:cNvSpPr/>
          <p:nvPr/>
        </p:nvSpPr>
        <p:spPr>
          <a:xfrm>
            <a:off x="11000232" y="605332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650" dirty="0"/>
          </a:p>
        </p:txBody>
      </p:sp>
      <p:sp>
        <p:nvSpPr>
          <p:cNvPr id="266" name="Text 264"/>
          <p:cNvSpPr/>
          <p:nvPr/>
        </p:nvSpPr>
        <p:spPr>
          <a:xfrm>
            <a:off x="7571232" y="37581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cdf</a:t>
            </a:r>
            <a:endParaRPr lang="en-US" sz="650" dirty="0"/>
          </a:p>
        </p:txBody>
      </p:sp>
      <p:sp>
        <p:nvSpPr>
          <p:cNvPr id="267" name="Shape 265"/>
          <p:cNvSpPr/>
          <p:nvPr/>
        </p:nvSpPr>
        <p:spPr>
          <a:xfrm>
            <a:off x="7875191" y="596933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875191" y="594020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974383" y="591107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974383" y="588194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8073574" y="585281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8073574" y="582368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172765" y="579455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8172765" y="576542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8271957" y="573629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8271957" y="570716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8371148" y="567803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8371148" y="564890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470339" y="561977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470339" y="5590642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619127" y="556151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619127" y="553238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718318" y="550325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8718318" y="547412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8817509" y="5444991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8817509" y="5415861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916701" y="538673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916701" y="535760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9015892" y="532847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9015892" y="529934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9115083" y="5270210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115083" y="5241080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214275" y="521194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214275" y="5182819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363062" y="515368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363062" y="512455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462253" y="5095429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462253" y="5066299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561445" y="503716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561445" y="500803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660636" y="497890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660636" y="4949778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759827" y="4920648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759827" y="489151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859019" y="486238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859019" y="4833257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958210" y="480412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958210" y="4774997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106997" y="4745867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10106997" y="471673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0206189" y="468760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10206189" y="465847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0305380" y="462934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0305380" y="4600216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10404571" y="4571086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0404571" y="454195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0503763" y="451282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0503763" y="448369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10602954" y="445456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10602954" y="4425435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0702145" y="4396305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702145" y="4367174"/>
            <a:ext cx="148787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850933" y="433804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0850933" y="430891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950124" y="427978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10950124" y="4250654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049315" y="4221524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049315" y="419239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1148507" y="416326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1148507" y="413413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1247698" y="410500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1247698" y="4075873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1346889" y="4046743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1346889" y="4017612"/>
            <a:ext cx="99191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1446081" y="3988482"/>
            <a:ext cx="0" cy="-2913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Item Report</dc:title>
  <dc:subject>ET item report</dc:subject>
  <dc:creator>flow ET Report</dc:creator>
  <cp:lastModifiedBy>flow ET Report</cp:lastModifiedBy>
  <cp:revision>1</cp:revision>
  <dcterms:created xsi:type="dcterms:W3CDTF">2026-04-27T14:41:15Z</dcterms:created>
  <dcterms:modified xsi:type="dcterms:W3CDTF">2026-04-27T14:41:15Z</dcterms:modified>
</cp:coreProperties>
</file>