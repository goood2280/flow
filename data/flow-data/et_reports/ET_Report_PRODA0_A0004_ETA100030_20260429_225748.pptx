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Measurement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88920" y="10972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PRODA0 · A0004 · A0004C.2 · ETA100030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8972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2026-04-29T22:57:48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측정이력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06070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측정시간 2024-04-26T15:19:00   Step Seq 1(140pt), 2(140pt)   Request REQ-A0004-19-3, REQ-A0004-20-3, REQ-A0004-21-3, REQ-A0004-22-3, REQ-A0004-23-3, REQ-A0004-24-3, REQ-A0004-25-3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904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제품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41832" y="1444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PRODA0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389888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4904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999232" y="1444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A0004C.2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1389888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4904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56632" y="1444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VIA_DC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389888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14904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114032" y="1444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240280"/>
            <a:ext cx="178308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" y="2286000"/>
            <a:ext cx="1709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103120" y="2240280"/>
            <a:ext cx="164592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39696" y="2286000"/>
            <a:ext cx="15727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3749040" y="2240280"/>
            <a:ext cx="123444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85616" y="2286000"/>
            <a:ext cx="11612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Seq/PT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4983480" y="2240280"/>
            <a:ext cx="91440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0056" y="2286000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5897880" y="2240280"/>
            <a:ext cx="91440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34456" y="2286000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812280" y="2240280"/>
            <a:ext cx="91440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48856" y="2286000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7726680" y="2240280"/>
            <a:ext cx="566928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63256" y="2286000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8293608" y="2240280"/>
            <a:ext cx="713232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0184" y="2286000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9006840" y="2240280"/>
            <a:ext cx="91440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43416" y="2286000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320040" y="2478024"/>
            <a:ext cx="178308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" y="2500884"/>
            <a:ext cx="1709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IDSAT</a:t>
            </a:r>
            <a:endParaRPr lang="en-US" sz="640" dirty="0"/>
          </a:p>
        </p:txBody>
      </p:sp>
      <p:sp>
        <p:nvSpPr>
          <p:cNvPr id="40" name="Shape 38"/>
          <p:cNvSpPr/>
          <p:nvPr/>
        </p:nvSpPr>
        <p:spPr>
          <a:xfrm>
            <a:off x="2103120" y="2478024"/>
            <a:ext cx="164592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39696" y="2500884"/>
            <a:ext cx="1572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IDSAT</a:t>
            </a:r>
            <a:endParaRPr lang="en-US" sz="640" dirty="0"/>
          </a:p>
        </p:txBody>
      </p:sp>
      <p:sp>
        <p:nvSpPr>
          <p:cNvPr id="42" name="Shape 40"/>
          <p:cNvSpPr/>
          <p:nvPr/>
        </p:nvSpPr>
        <p:spPr>
          <a:xfrm>
            <a:off x="3749040" y="2478024"/>
            <a:ext cx="123444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85616" y="2500884"/>
            <a:ext cx="11612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1(35pt), 2(35pt)</a:t>
            </a:r>
            <a:endParaRPr lang="en-US" sz="640" dirty="0"/>
          </a:p>
        </p:txBody>
      </p:sp>
      <p:sp>
        <p:nvSpPr>
          <p:cNvPr id="44" name="Shape 42"/>
          <p:cNvSpPr/>
          <p:nvPr/>
        </p:nvSpPr>
        <p:spPr>
          <a:xfrm>
            <a:off x="4983480" y="2478024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0056" y="2500884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0.5988</a:t>
            </a:r>
            <a:endParaRPr lang="en-US" sz="640" dirty="0"/>
          </a:p>
        </p:txBody>
      </p:sp>
      <p:sp>
        <p:nvSpPr>
          <p:cNvPr id="46" name="Shape 44"/>
          <p:cNvSpPr/>
          <p:nvPr/>
        </p:nvSpPr>
        <p:spPr>
          <a:xfrm>
            <a:off x="5897880" y="2478024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34456" y="2500884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0.5916</a:t>
            </a:r>
            <a:endParaRPr lang="en-US" sz="640" dirty="0"/>
          </a:p>
        </p:txBody>
      </p:sp>
      <p:sp>
        <p:nvSpPr>
          <p:cNvPr id="48" name="Shape 46"/>
          <p:cNvSpPr/>
          <p:nvPr/>
        </p:nvSpPr>
        <p:spPr>
          <a:xfrm>
            <a:off x="6812280" y="2478024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48856" y="2500884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0.6060</a:t>
            </a:r>
            <a:endParaRPr lang="en-US" sz="640" dirty="0"/>
          </a:p>
        </p:txBody>
      </p:sp>
      <p:sp>
        <p:nvSpPr>
          <p:cNvPr id="50" name="Shape 48"/>
          <p:cNvSpPr/>
          <p:nvPr/>
        </p:nvSpPr>
        <p:spPr>
          <a:xfrm>
            <a:off x="7726680" y="2478024"/>
            <a:ext cx="566928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63256" y="2500884"/>
            <a:ext cx="493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40" dirty="0"/>
          </a:p>
        </p:txBody>
      </p:sp>
      <p:sp>
        <p:nvSpPr>
          <p:cNvPr id="52" name="Shape 50"/>
          <p:cNvSpPr/>
          <p:nvPr/>
        </p:nvSpPr>
        <p:spPr>
          <a:xfrm>
            <a:off x="8293608" y="2478024"/>
            <a:ext cx="713232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30184" y="2500884"/>
            <a:ext cx="6400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640" dirty="0"/>
          </a:p>
        </p:txBody>
      </p:sp>
      <p:sp>
        <p:nvSpPr>
          <p:cNvPr id="54" name="Shape 52"/>
          <p:cNvSpPr/>
          <p:nvPr/>
        </p:nvSpPr>
        <p:spPr>
          <a:xfrm>
            <a:off x="9006840" y="2478024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43416" y="2500884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-~-</a:t>
            </a:r>
            <a:endParaRPr lang="en-US" sz="640" dirty="0"/>
          </a:p>
        </p:txBody>
      </p:sp>
      <p:sp>
        <p:nvSpPr>
          <p:cNvPr id="56" name="Shape 54"/>
          <p:cNvSpPr/>
          <p:nvPr/>
        </p:nvSpPr>
        <p:spPr>
          <a:xfrm>
            <a:off x="320040" y="2642616"/>
            <a:ext cx="178308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6616" y="2665476"/>
            <a:ext cx="1709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IOFF</a:t>
            </a:r>
            <a:endParaRPr lang="en-US" sz="640" dirty="0"/>
          </a:p>
        </p:txBody>
      </p:sp>
      <p:sp>
        <p:nvSpPr>
          <p:cNvPr id="58" name="Shape 56"/>
          <p:cNvSpPr/>
          <p:nvPr/>
        </p:nvSpPr>
        <p:spPr>
          <a:xfrm>
            <a:off x="2103120" y="2642616"/>
            <a:ext cx="164592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39696" y="2665476"/>
            <a:ext cx="1572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IOFF</a:t>
            </a:r>
            <a:endParaRPr lang="en-US" sz="640" dirty="0"/>
          </a:p>
        </p:txBody>
      </p:sp>
      <p:sp>
        <p:nvSpPr>
          <p:cNvPr id="60" name="Shape 58"/>
          <p:cNvSpPr/>
          <p:nvPr/>
        </p:nvSpPr>
        <p:spPr>
          <a:xfrm>
            <a:off x="3749040" y="2642616"/>
            <a:ext cx="123444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85616" y="2665476"/>
            <a:ext cx="11612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1(35pt), 2(35pt)</a:t>
            </a:r>
            <a:endParaRPr lang="en-US" sz="640" dirty="0"/>
          </a:p>
        </p:txBody>
      </p:sp>
      <p:sp>
        <p:nvSpPr>
          <p:cNvPr id="62" name="Shape 60"/>
          <p:cNvSpPr/>
          <p:nvPr/>
        </p:nvSpPr>
        <p:spPr>
          <a:xfrm>
            <a:off x="4983480" y="2642616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0056" y="2665476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0.6688</a:t>
            </a:r>
            <a:endParaRPr lang="en-US" sz="640" dirty="0"/>
          </a:p>
        </p:txBody>
      </p:sp>
      <p:sp>
        <p:nvSpPr>
          <p:cNvPr id="64" name="Shape 62"/>
          <p:cNvSpPr/>
          <p:nvPr/>
        </p:nvSpPr>
        <p:spPr>
          <a:xfrm>
            <a:off x="5897880" y="2642616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34456" y="2665476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0.6616</a:t>
            </a:r>
            <a:endParaRPr lang="en-US" sz="640" dirty="0"/>
          </a:p>
        </p:txBody>
      </p:sp>
      <p:sp>
        <p:nvSpPr>
          <p:cNvPr id="66" name="Shape 64"/>
          <p:cNvSpPr/>
          <p:nvPr/>
        </p:nvSpPr>
        <p:spPr>
          <a:xfrm>
            <a:off x="6812280" y="2642616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48856" y="2665476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0.6760</a:t>
            </a:r>
            <a:endParaRPr lang="en-US" sz="640" dirty="0"/>
          </a:p>
        </p:txBody>
      </p:sp>
      <p:sp>
        <p:nvSpPr>
          <p:cNvPr id="68" name="Shape 66"/>
          <p:cNvSpPr/>
          <p:nvPr/>
        </p:nvSpPr>
        <p:spPr>
          <a:xfrm>
            <a:off x="7726680" y="2642616"/>
            <a:ext cx="566928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63256" y="2665476"/>
            <a:ext cx="493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40" dirty="0"/>
          </a:p>
        </p:txBody>
      </p:sp>
      <p:sp>
        <p:nvSpPr>
          <p:cNvPr id="70" name="Shape 68"/>
          <p:cNvSpPr/>
          <p:nvPr/>
        </p:nvSpPr>
        <p:spPr>
          <a:xfrm>
            <a:off x="8293608" y="2642616"/>
            <a:ext cx="713232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30184" y="2665476"/>
            <a:ext cx="6400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640" dirty="0"/>
          </a:p>
        </p:txBody>
      </p:sp>
      <p:sp>
        <p:nvSpPr>
          <p:cNvPr id="72" name="Shape 70"/>
          <p:cNvSpPr/>
          <p:nvPr/>
        </p:nvSpPr>
        <p:spPr>
          <a:xfrm>
            <a:off x="9006840" y="2642616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043416" y="2665476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-~-</a:t>
            </a:r>
            <a:endParaRPr lang="en-US" sz="640" dirty="0"/>
          </a:p>
        </p:txBody>
      </p:sp>
      <p:sp>
        <p:nvSpPr>
          <p:cNvPr id="74" name="Shape 72"/>
          <p:cNvSpPr/>
          <p:nvPr/>
        </p:nvSpPr>
        <p:spPr>
          <a:xfrm>
            <a:off x="320040" y="2807208"/>
            <a:ext cx="178308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56616" y="2830068"/>
            <a:ext cx="1709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RINGOSC</a:t>
            </a:r>
            <a:endParaRPr lang="en-US" sz="640" dirty="0"/>
          </a:p>
        </p:txBody>
      </p:sp>
      <p:sp>
        <p:nvSpPr>
          <p:cNvPr id="76" name="Shape 74"/>
          <p:cNvSpPr/>
          <p:nvPr/>
        </p:nvSpPr>
        <p:spPr>
          <a:xfrm>
            <a:off x="2103120" y="2807208"/>
            <a:ext cx="164592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139696" y="2830068"/>
            <a:ext cx="1572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RINGOSC</a:t>
            </a:r>
            <a:endParaRPr lang="en-US" sz="640" dirty="0"/>
          </a:p>
        </p:txBody>
      </p:sp>
      <p:sp>
        <p:nvSpPr>
          <p:cNvPr id="78" name="Shape 76"/>
          <p:cNvSpPr/>
          <p:nvPr/>
        </p:nvSpPr>
        <p:spPr>
          <a:xfrm>
            <a:off x="3749040" y="2807208"/>
            <a:ext cx="123444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85616" y="2830068"/>
            <a:ext cx="11612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1(35pt), 2(35pt)</a:t>
            </a:r>
            <a:endParaRPr lang="en-US" sz="640" dirty="0"/>
          </a:p>
        </p:txBody>
      </p:sp>
      <p:sp>
        <p:nvSpPr>
          <p:cNvPr id="80" name="Shape 78"/>
          <p:cNvSpPr/>
          <p:nvPr/>
        </p:nvSpPr>
        <p:spPr>
          <a:xfrm>
            <a:off x="4983480" y="2807208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20056" y="2830068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0.7388</a:t>
            </a:r>
            <a:endParaRPr lang="en-US" sz="640" dirty="0"/>
          </a:p>
        </p:txBody>
      </p:sp>
      <p:sp>
        <p:nvSpPr>
          <p:cNvPr id="82" name="Shape 80"/>
          <p:cNvSpPr/>
          <p:nvPr/>
        </p:nvSpPr>
        <p:spPr>
          <a:xfrm>
            <a:off x="5897880" y="2807208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934456" y="2830068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0.7316</a:t>
            </a:r>
            <a:endParaRPr lang="en-US" sz="640" dirty="0"/>
          </a:p>
        </p:txBody>
      </p:sp>
      <p:sp>
        <p:nvSpPr>
          <p:cNvPr id="84" name="Shape 82"/>
          <p:cNvSpPr/>
          <p:nvPr/>
        </p:nvSpPr>
        <p:spPr>
          <a:xfrm>
            <a:off x="6812280" y="2807208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848856" y="2830068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0.7460</a:t>
            </a:r>
            <a:endParaRPr lang="en-US" sz="640" dirty="0"/>
          </a:p>
        </p:txBody>
      </p:sp>
      <p:sp>
        <p:nvSpPr>
          <p:cNvPr id="86" name="Shape 84"/>
          <p:cNvSpPr/>
          <p:nvPr/>
        </p:nvSpPr>
        <p:spPr>
          <a:xfrm>
            <a:off x="7726680" y="2807208"/>
            <a:ext cx="566928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63256" y="2830068"/>
            <a:ext cx="493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40" dirty="0"/>
          </a:p>
        </p:txBody>
      </p:sp>
      <p:sp>
        <p:nvSpPr>
          <p:cNvPr id="88" name="Shape 86"/>
          <p:cNvSpPr/>
          <p:nvPr/>
        </p:nvSpPr>
        <p:spPr>
          <a:xfrm>
            <a:off x="8293608" y="2807208"/>
            <a:ext cx="713232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330184" y="2830068"/>
            <a:ext cx="6400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640" dirty="0"/>
          </a:p>
        </p:txBody>
      </p:sp>
      <p:sp>
        <p:nvSpPr>
          <p:cNvPr id="90" name="Shape 88"/>
          <p:cNvSpPr/>
          <p:nvPr/>
        </p:nvSpPr>
        <p:spPr>
          <a:xfrm>
            <a:off x="9006840" y="2807208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043416" y="2830068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-~-</a:t>
            </a:r>
            <a:endParaRPr lang="en-US" sz="640" dirty="0"/>
          </a:p>
        </p:txBody>
      </p:sp>
      <p:sp>
        <p:nvSpPr>
          <p:cNvPr id="92" name="Shape 90"/>
          <p:cNvSpPr/>
          <p:nvPr/>
        </p:nvSpPr>
        <p:spPr>
          <a:xfrm>
            <a:off x="320040" y="2971800"/>
            <a:ext cx="178308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56616" y="2994660"/>
            <a:ext cx="1709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VTH</a:t>
            </a:r>
            <a:endParaRPr lang="en-US" sz="640" dirty="0"/>
          </a:p>
        </p:txBody>
      </p:sp>
      <p:sp>
        <p:nvSpPr>
          <p:cNvPr id="94" name="Shape 92"/>
          <p:cNvSpPr/>
          <p:nvPr/>
        </p:nvSpPr>
        <p:spPr>
          <a:xfrm>
            <a:off x="2103120" y="2971800"/>
            <a:ext cx="164592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139696" y="2994660"/>
            <a:ext cx="1572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VTH</a:t>
            </a:r>
            <a:endParaRPr lang="en-US" sz="640" dirty="0"/>
          </a:p>
        </p:txBody>
      </p:sp>
      <p:sp>
        <p:nvSpPr>
          <p:cNvPr id="96" name="Shape 94"/>
          <p:cNvSpPr/>
          <p:nvPr/>
        </p:nvSpPr>
        <p:spPr>
          <a:xfrm>
            <a:off x="3749040" y="2971800"/>
            <a:ext cx="123444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785616" y="2994660"/>
            <a:ext cx="11612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1(35pt), 2(35pt)</a:t>
            </a:r>
            <a:endParaRPr lang="en-US" sz="640" dirty="0"/>
          </a:p>
        </p:txBody>
      </p:sp>
      <p:sp>
        <p:nvSpPr>
          <p:cNvPr id="98" name="Shape 96"/>
          <p:cNvSpPr/>
          <p:nvPr/>
        </p:nvSpPr>
        <p:spPr>
          <a:xfrm>
            <a:off x="4983480" y="2971800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020056" y="2994660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0.5288</a:t>
            </a:r>
            <a:endParaRPr lang="en-US" sz="640" dirty="0"/>
          </a:p>
        </p:txBody>
      </p:sp>
      <p:sp>
        <p:nvSpPr>
          <p:cNvPr id="100" name="Shape 98"/>
          <p:cNvSpPr/>
          <p:nvPr/>
        </p:nvSpPr>
        <p:spPr>
          <a:xfrm>
            <a:off x="5897880" y="2971800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934456" y="2994660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0.5216</a:t>
            </a:r>
            <a:endParaRPr lang="en-US" sz="640" dirty="0"/>
          </a:p>
        </p:txBody>
      </p:sp>
      <p:sp>
        <p:nvSpPr>
          <p:cNvPr id="102" name="Shape 100"/>
          <p:cNvSpPr/>
          <p:nvPr/>
        </p:nvSpPr>
        <p:spPr>
          <a:xfrm>
            <a:off x="6812280" y="2971800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848856" y="2994660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0.5360</a:t>
            </a:r>
            <a:endParaRPr lang="en-US" sz="640" dirty="0"/>
          </a:p>
        </p:txBody>
      </p:sp>
      <p:sp>
        <p:nvSpPr>
          <p:cNvPr id="104" name="Shape 102"/>
          <p:cNvSpPr/>
          <p:nvPr/>
        </p:nvSpPr>
        <p:spPr>
          <a:xfrm>
            <a:off x="7726680" y="2971800"/>
            <a:ext cx="566928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763256" y="2994660"/>
            <a:ext cx="493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40" dirty="0"/>
          </a:p>
        </p:txBody>
      </p:sp>
      <p:sp>
        <p:nvSpPr>
          <p:cNvPr id="106" name="Shape 104"/>
          <p:cNvSpPr/>
          <p:nvPr/>
        </p:nvSpPr>
        <p:spPr>
          <a:xfrm>
            <a:off x="8293608" y="2971800"/>
            <a:ext cx="713232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330184" y="2994660"/>
            <a:ext cx="6400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640" dirty="0"/>
          </a:p>
        </p:txBody>
      </p:sp>
      <p:sp>
        <p:nvSpPr>
          <p:cNvPr id="108" name="Shape 106"/>
          <p:cNvSpPr/>
          <p:nvPr/>
        </p:nvSpPr>
        <p:spPr>
          <a:xfrm>
            <a:off x="9006840" y="2971800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043416" y="2994660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-~-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Measurement Report</dc:title>
  <dc:subject>ET item report</dc:subject>
  <dc:creator>flow ET Report</dc:creator>
  <cp:lastModifiedBy>flow ET Report</cp:lastModifiedBy>
  <cp:revision>1</cp:revision>
  <dcterms:created xsi:type="dcterms:W3CDTF">2026-04-29T13:57:50Z</dcterms:created>
  <dcterms:modified xsi:type="dcterms:W3CDTF">2026-04-29T13:57:50Z</dcterms:modified>
</cp:coreProperties>
</file>