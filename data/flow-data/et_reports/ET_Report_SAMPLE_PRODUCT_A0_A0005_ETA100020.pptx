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 Item 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77440" y="10972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PRODUCT_A0 · A0005 · A0005B.1 · ETA100020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89720" y="109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2026-04-25T00:08:36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65836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IDSAT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IDSAT · 80 points · 16 package(s)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3796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111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701344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0.4504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6384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3699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833932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0.004368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8972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6287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966520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0.4504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51560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8875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099108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1389888"/>
            <a:ext cx="1965960" cy="498348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463040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Table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1719072"/>
            <a:ext cx="174650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737360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216152" y="1737360"/>
            <a:ext cx="7772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224024"/>
            <a:ext cx="174650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242312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216152" y="2242312"/>
            <a:ext cx="7772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0.4504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2728976"/>
            <a:ext cx="174650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747264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216152" y="2747264"/>
            <a:ext cx="7772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0.004368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3233928"/>
            <a:ext cx="174650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252216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216152" y="3252216"/>
            <a:ext cx="7772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0.4430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3738880"/>
            <a:ext cx="174650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757168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216152" y="3757168"/>
            <a:ext cx="7772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0.4467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4243832"/>
            <a:ext cx="174650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262120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216152" y="4262120"/>
            <a:ext cx="7772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0.4504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5760" y="4748784"/>
            <a:ext cx="174650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767072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216152" y="4767072"/>
            <a:ext cx="7772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0.4541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5253736"/>
            <a:ext cx="174650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5272024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216152" y="5272024"/>
            <a:ext cx="7772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0.4578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5760" y="5758688"/>
            <a:ext cx="174650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5776976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216152" y="5776976"/>
            <a:ext cx="7772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0.4570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395728" y="1389888"/>
            <a:ext cx="3913632" cy="233172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05456" y="1463040"/>
            <a:ext cx="3694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 Plot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607450" y="2788920"/>
            <a:ext cx="83587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607450" y="2532888"/>
            <a:ext cx="0" cy="51206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691036" y="2532888"/>
            <a:ext cx="0" cy="51206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628346" y="2468880"/>
            <a:ext cx="45720" cy="64008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649243" y="2404872"/>
            <a:ext cx="0" cy="768096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105492" y="2167128"/>
            <a:ext cx="0" cy="141732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68332" y="20116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LSL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3105492" y="2167128"/>
            <a:ext cx="0" cy="141732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968332" y="20116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USL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2596896" y="3447288"/>
            <a:ext cx="3511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 0.4430   q1 0.4467   med 0.4504   q3 0.4541   max 0.4578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6492240" y="1389888"/>
            <a:ext cx="5440680" cy="233172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601968" y="1463040"/>
            <a:ext cx="5221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967728" y="3355848"/>
            <a:ext cx="476402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67728" y="1892808"/>
            <a:ext cx="0" cy="14630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967728" y="3355848"/>
            <a:ext cx="476402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967728" y="2868168"/>
            <a:ext cx="476402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967728" y="2380488"/>
            <a:ext cx="476402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967728" y="1892808"/>
            <a:ext cx="476402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620256" y="186537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0.4520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6620256" y="328269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0.4488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11000232" y="341071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6949440" y="169164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6967728" y="2534239"/>
            <a:ext cx="31760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285330" y="2534239"/>
            <a:ext cx="317602" cy="-180177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602931" y="2354062"/>
            <a:ext cx="31760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920533" y="2354062"/>
            <a:ext cx="317602" cy="900887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238134" y="3254949"/>
            <a:ext cx="31760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555736" y="3254949"/>
            <a:ext cx="317602" cy="-1081064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873338" y="2173885"/>
            <a:ext cx="31760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190939" y="2173885"/>
            <a:ext cx="317602" cy="900887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508541" y="3074771"/>
            <a:ext cx="31760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826142" y="3074771"/>
            <a:ext cx="317602" cy="-1081064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143744" y="1993707"/>
            <a:ext cx="31760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461346" y="1993707"/>
            <a:ext cx="317602" cy="900887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778947" y="2894594"/>
            <a:ext cx="31760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096549" y="2894594"/>
            <a:ext cx="317602" cy="-180177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414150" y="2714417"/>
            <a:ext cx="31760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935724" y="2502235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253326" y="2502235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570927" y="2322058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888529" y="2322058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206130" y="3222945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523732" y="3222945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841334" y="2141881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158935" y="2141881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476537" y="3042767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794138" y="3042767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111740" y="1961703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429342" y="1961703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746943" y="2862590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064545" y="2862590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1382146" y="2682413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1699748" y="2682413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395728" y="3950208"/>
            <a:ext cx="3913632" cy="242316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505456" y="4023360"/>
            <a:ext cx="3694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Radius Plot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2871216" y="6007608"/>
            <a:ext cx="323697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871216" y="4453128"/>
            <a:ext cx="0" cy="15544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871216" y="6007608"/>
            <a:ext cx="323697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871216" y="5489448"/>
            <a:ext cx="323697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871216" y="4971288"/>
            <a:ext cx="323697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871216" y="4453128"/>
            <a:ext cx="323697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523744" y="442569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0.4590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2523744" y="593445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0.4418</a:t>
            </a:r>
            <a:endParaRPr lang="en-US" sz="650" dirty="0"/>
          </a:p>
        </p:txBody>
      </p:sp>
      <p:sp>
        <p:nvSpPr>
          <p:cNvPr id="114" name="Text 112"/>
          <p:cNvSpPr/>
          <p:nvPr/>
        </p:nvSpPr>
        <p:spPr>
          <a:xfrm>
            <a:off x="5376672" y="606247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radius</a:t>
            </a:r>
            <a:endParaRPr lang="en-US" sz="650" dirty="0"/>
          </a:p>
        </p:txBody>
      </p:sp>
      <p:sp>
        <p:nvSpPr>
          <p:cNvPr id="115" name="Text 113"/>
          <p:cNvSpPr/>
          <p:nvPr/>
        </p:nvSpPr>
        <p:spPr>
          <a:xfrm>
            <a:off x="2852928" y="425196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650" dirty="0"/>
          </a:p>
        </p:txBody>
      </p:sp>
      <p:sp>
        <p:nvSpPr>
          <p:cNvPr id="116" name="Shape 114"/>
          <p:cNvSpPr/>
          <p:nvPr/>
        </p:nvSpPr>
        <p:spPr>
          <a:xfrm>
            <a:off x="6085332" y="587754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848356" y="560590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085332" y="533427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085332" y="506263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085332" y="47910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085332" y="587754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2848356" y="560590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085332" y="533427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085332" y="506263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085332" y="47910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085332" y="584132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2848356" y="556968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085332" y="5298053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085332" y="502641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085332" y="475478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085332" y="584132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848356" y="556968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085332" y="5298053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085332" y="502641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085332" y="475478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085332" y="580510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848356" y="553347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085332" y="5261835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085332" y="49902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085332" y="471856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085332" y="580510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848356" y="553347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085332" y="5261835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085332" y="49902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085332" y="471856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085332" y="576888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848356" y="5497253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085332" y="522561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085332" y="495398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085332" y="468234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085332" y="576888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848356" y="5497253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085332" y="522561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085332" y="495398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085332" y="468234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085332" y="573267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2848356" y="5461035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085332" y="518939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085332" y="4917763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085332" y="464612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085332" y="573267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2848356" y="5461035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085332" y="518939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085332" y="4917763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085332" y="464612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085332" y="569645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2848356" y="54248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085332" y="515318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085332" y="4881545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085332" y="460991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085332" y="569645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2848356" y="54248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085332" y="515318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085332" y="4881545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085332" y="460991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085332" y="566023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2848356" y="538859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085332" y="5116963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085332" y="484532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085332" y="457369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085332" y="566023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2848356" y="538859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085332" y="5116963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085332" y="484532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085332" y="457369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085332" y="56240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2848356" y="535238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085332" y="5080745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085332" y="480910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085332" y="453747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085332" y="56240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2848356" y="535238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085332" y="5080745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085332" y="480910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085332" y="453747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492240" y="3950208"/>
            <a:ext cx="5440680" cy="242316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6601968" y="4023360"/>
            <a:ext cx="5221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Cumulative Plot</a:t>
            </a:r>
            <a:endParaRPr lang="en-US" sz="900" dirty="0"/>
          </a:p>
        </p:txBody>
      </p:sp>
      <p:sp>
        <p:nvSpPr>
          <p:cNvPr id="198" name="Shape 196"/>
          <p:cNvSpPr/>
          <p:nvPr/>
        </p:nvSpPr>
        <p:spPr>
          <a:xfrm>
            <a:off x="6967728" y="6007608"/>
            <a:ext cx="476402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6967728" y="4453128"/>
            <a:ext cx="0" cy="15544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6967728" y="6007608"/>
            <a:ext cx="476402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6967728" y="5489448"/>
            <a:ext cx="476402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6967728" y="4971288"/>
            <a:ext cx="476402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967728" y="4453128"/>
            <a:ext cx="476402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6620256" y="442569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1.000</a:t>
            </a:r>
            <a:endParaRPr lang="en-US" sz="650" dirty="0"/>
          </a:p>
        </p:txBody>
      </p:sp>
      <p:sp>
        <p:nvSpPr>
          <p:cNvPr id="205" name="Text 203"/>
          <p:cNvSpPr/>
          <p:nvPr/>
        </p:nvSpPr>
        <p:spPr>
          <a:xfrm>
            <a:off x="6620256" y="593445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</a:t>
            </a:r>
            <a:endParaRPr lang="en-US" sz="650" dirty="0"/>
          </a:p>
        </p:txBody>
      </p:sp>
      <p:sp>
        <p:nvSpPr>
          <p:cNvPr id="206" name="Text 204"/>
          <p:cNvSpPr/>
          <p:nvPr/>
        </p:nvSpPr>
        <p:spPr>
          <a:xfrm>
            <a:off x="11000232" y="606247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650" dirty="0"/>
          </a:p>
        </p:txBody>
      </p:sp>
      <p:sp>
        <p:nvSpPr>
          <p:cNvPr id="207" name="Text 205"/>
          <p:cNvSpPr/>
          <p:nvPr/>
        </p:nvSpPr>
        <p:spPr>
          <a:xfrm>
            <a:off x="6949440" y="425196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cdf</a:t>
            </a:r>
            <a:endParaRPr lang="en-US" sz="650" dirty="0"/>
          </a:p>
        </p:txBody>
      </p:sp>
      <p:sp>
        <p:nvSpPr>
          <p:cNvPr id="208" name="Shape 206"/>
          <p:cNvSpPr/>
          <p:nvPr/>
        </p:nvSpPr>
        <p:spPr>
          <a:xfrm>
            <a:off x="7296281" y="5988177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296281" y="5988177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407279" y="5949315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407279" y="5949315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518277" y="5910453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518277" y="5910453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629275" y="5871591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629275" y="5871591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740272" y="5832729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740272" y="5832729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851270" y="5793867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851270" y="5793867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962268" y="5755005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962268" y="5755005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073266" y="5716143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073266" y="5716143"/>
            <a:ext cx="55499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128765" y="5677281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128765" y="5677281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239762" y="5638419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239762" y="5638419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350760" y="5599557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350760" y="5599557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461758" y="5560695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461758" y="5560695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572756" y="5521833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572756" y="5521833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683753" y="5482971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683753" y="5482971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794751" y="5444109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794751" y="5444109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905749" y="5405247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905749" y="5405247"/>
            <a:ext cx="55499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961248" y="5366385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961248" y="5366385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9072246" y="5327523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9072246" y="5327523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9183243" y="5288661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9183243" y="5288661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9294241" y="5249799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9294241" y="5249799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9405239" y="5210937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9405239" y="5210937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9516237" y="5172075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9516237" y="5172075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9627234" y="5133213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9627234" y="5133213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9738232" y="5094351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9738232" y="5094351"/>
            <a:ext cx="55499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9793731" y="5055489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9793731" y="5055489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9904729" y="5016627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9904729" y="5016627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10015727" y="4977765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10015727" y="4977765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10126724" y="4938903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10126724" y="4938903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10237722" y="4900041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10237722" y="4900041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10348720" y="4861179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10348720" y="4861179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10459718" y="4822317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10459718" y="4822317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10570715" y="4783455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10570715" y="4783455"/>
            <a:ext cx="55499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10626214" y="4744593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10626214" y="4744593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10737212" y="4705731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10737212" y="4705731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10848210" y="4666869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10848210" y="4666869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10959208" y="4628007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10959208" y="4628007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11070205" y="4589145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11070205" y="4589145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11181203" y="4550283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11181203" y="4550283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11292201" y="4511421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11292201" y="4511421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11403199" y="4472559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 Item 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77440" y="10972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PRODUCT_A0 · A0005 · A0005B.1 · ETA100020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89720" y="109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2026-04-25T00:08:36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65836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IOFF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IOFF · 80 points · 16 package(s)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3796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111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701344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0.5204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6384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3699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833932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0.004368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8972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6287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966520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0.5204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51560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8875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099108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1389888"/>
            <a:ext cx="1965960" cy="498348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463040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Table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1719072"/>
            <a:ext cx="174650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737360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216152" y="1737360"/>
            <a:ext cx="7772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224024"/>
            <a:ext cx="174650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242312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216152" y="2242312"/>
            <a:ext cx="7772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0.5204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2728976"/>
            <a:ext cx="174650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747264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216152" y="2747264"/>
            <a:ext cx="7772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0.004368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3233928"/>
            <a:ext cx="174650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252216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216152" y="3252216"/>
            <a:ext cx="7772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0.5130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3738880"/>
            <a:ext cx="174650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757168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216152" y="3757168"/>
            <a:ext cx="7772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0.5167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4243832"/>
            <a:ext cx="174650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262120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216152" y="4262120"/>
            <a:ext cx="7772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0.5204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5760" y="4748784"/>
            <a:ext cx="174650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767072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216152" y="4767072"/>
            <a:ext cx="7772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0.5241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5253736"/>
            <a:ext cx="174650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5272024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216152" y="5272024"/>
            <a:ext cx="7772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0.5278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5760" y="5758688"/>
            <a:ext cx="174650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5776976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216152" y="5776976"/>
            <a:ext cx="7772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0.5270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395728" y="1389888"/>
            <a:ext cx="3913632" cy="233172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05456" y="1463040"/>
            <a:ext cx="3694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 Plot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618535" y="2788920"/>
            <a:ext cx="72501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618535" y="2532888"/>
            <a:ext cx="0" cy="51206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691036" y="2532888"/>
            <a:ext cx="0" cy="51206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636661" y="2468880"/>
            <a:ext cx="45720" cy="64008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654786" y="2404872"/>
            <a:ext cx="0" cy="768096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105492" y="2167128"/>
            <a:ext cx="0" cy="141732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68332" y="20116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LSL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3105492" y="2167128"/>
            <a:ext cx="0" cy="141732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968332" y="20116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USL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2596896" y="3447288"/>
            <a:ext cx="3511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 0.5130   q1 0.5167   med 0.5204   q3 0.5241   max 0.5278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6492240" y="1389888"/>
            <a:ext cx="5440680" cy="233172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601968" y="1463040"/>
            <a:ext cx="5221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967728" y="3355848"/>
            <a:ext cx="476402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67728" y="1892808"/>
            <a:ext cx="0" cy="14630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967728" y="3355848"/>
            <a:ext cx="476402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967728" y="2868168"/>
            <a:ext cx="476402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967728" y="2380488"/>
            <a:ext cx="476402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967728" y="1892808"/>
            <a:ext cx="476402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620256" y="186537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0.5220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6620256" y="328269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0.5188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11000232" y="341071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6949440" y="169164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6967728" y="2534239"/>
            <a:ext cx="31760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285330" y="2534239"/>
            <a:ext cx="317602" cy="-180177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602931" y="2354062"/>
            <a:ext cx="31760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920533" y="2354062"/>
            <a:ext cx="317602" cy="900887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238134" y="3254949"/>
            <a:ext cx="31760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555736" y="3254949"/>
            <a:ext cx="317602" cy="-1081064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873338" y="2173885"/>
            <a:ext cx="31760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190939" y="2173885"/>
            <a:ext cx="317602" cy="900887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508541" y="3074771"/>
            <a:ext cx="31760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826142" y="3074771"/>
            <a:ext cx="317602" cy="-1081064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143744" y="1993707"/>
            <a:ext cx="31760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461346" y="1993707"/>
            <a:ext cx="317602" cy="900887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778947" y="2894594"/>
            <a:ext cx="31760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096549" y="2894594"/>
            <a:ext cx="317602" cy="-180177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414150" y="2714417"/>
            <a:ext cx="31760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935724" y="2502235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253326" y="2502235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570927" y="2322058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888529" y="2322058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206130" y="3222945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523732" y="3222945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841334" y="2141881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158935" y="2141881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476537" y="3042767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794138" y="3042767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111740" y="1961703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429342" y="1961703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746943" y="2862590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064545" y="2862590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1382146" y="2682413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1699748" y="2682413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395728" y="3950208"/>
            <a:ext cx="3913632" cy="242316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505456" y="4023360"/>
            <a:ext cx="3694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Radius Plot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2871216" y="6007608"/>
            <a:ext cx="323697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871216" y="4453128"/>
            <a:ext cx="0" cy="15544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871216" y="6007608"/>
            <a:ext cx="323697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871216" y="5489448"/>
            <a:ext cx="323697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871216" y="4971288"/>
            <a:ext cx="323697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871216" y="4453128"/>
            <a:ext cx="323697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523744" y="442569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0.5290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2523744" y="593445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0.5118</a:t>
            </a:r>
            <a:endParaRPr lang="en-US" sz="650" dirty="0"/>
          </a:p>
        </p:txBody>
      </p:sp>
      <p:sp>
        <p:nvSpPr>
          <p:cNvPr id="114" name="Text 112"/>
          <p:cNvSpPr/>
          <p:nvPr/>
        </p:nvSpPr>
        <p:spPr>
          <a:xfrm>
            <a:off x="5376672" y="606247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radius</a:t>
            </a:r>
            <a:endParaRPr lang="en-US" sz="650" dirty="0"/>
          </a:p>
        </p:txBody>
      </p:sp>
      <p:sp>
        <p:nvSpPr>
          <p:cNvPr id="115" name="Text 113"/>
          <p:cNvSpPr/>
          <p:nvPr/>
        </p:nvSpPr>
        <p:spPr>
          <a:xfrm>
            <a:off x="2852928" y="425196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650" dirty="0"/>
          </a:p>
        </p:txBody>
      </p:sp>
      <p:sp>
        <p:nvSpPr>
          <p:cNvPr id="116" name="Shape 114"/>
          <p:cNvSpPr/>
          <p:nvPr/>
        </p:nvSpPr>
        <p:spPr>
          <a:xfrm>
            <a:off x="6085332" y="587754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848356" y="560590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085332" y="533427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085332" y="506263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085332" y="47910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085332" y="587754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2848356" y="560590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085332" y="533427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085332" y="506263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085332" y="47910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085332" y="584132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2848356" y="556968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085332" y="5298053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085332" y="502641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085332" y="475478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085332" y="584132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848356" y="556968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085332" y="5298053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085332" y="502641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085332" y="475478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085332" y="580510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848356" y="553347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085332" y="5261835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085332" y="49902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085332" y="471856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085332" y="580510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848356" y="553347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085332" y="5261835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085332" y="49902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085332" y="471856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085332" y="576888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848356" y="5497253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085332" y="522561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085332" y="495398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085332" y="468234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085332" y="576888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848356" y="5497253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085332" y="522561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085332" y="495398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085332" y="468234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085332" y="573267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2848356" y="5461035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085332" y="518939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085332" y="4917763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085332" y="464612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085332" y="573267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2848356" y="5461035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085332" y="518939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085332" y="4917763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085332" y="464612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085332" y="569645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2848356" y="54248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085332" y="515318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085332" y="4881545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085332" y="460991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085332" y="569645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2848356" y="54248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085332" y="515318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085332" y="4881545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085332" y="460991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085332" y="566023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2848356" y="538859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085332" y="5116963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085332" y="484532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085332" y="457369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085332" y="566023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2848356" y="538859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085332" y="5116963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085332" y="484532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085332" y="457369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085332" y="56240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2848356" y="535238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085332" y="5080745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085332" y="480910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085332" y="453747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085332" y="56240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2848356" y="535238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085332" y="5080745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085332" y="480910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085332" y="453747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492240" y="3950208"/>
            <a:ext cx="5440680" cy="242316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6601968" y="4023360"/>
            <a:ext cx="5221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Cumulative Plot</a:t>
            </a:r>
            <a:endParaRPr lang="en-US" sz="900" dirty="0"/>
          </a:p>
        </p:txBody>
      </p:sp>
      <p:sp>
        <p:nvSpPr>
          <p:cNvPr id="198" name="Shape 196"/>
          <p:cNvSpPr/>
          <p:nvPr/>
        </p:nvSpPr>
        <p:spPr>
          <a:xfrm>
            <a:off x="6967728" y="6007608"/>
            <a:ext cx="476402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6967728" y="4453128"/>
            <a:ext cx="0" cy="15544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6967728" y="6007608"/>
            <a:ext cx="476402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6967728" y="5489448"/>
            <a:ext cx="476402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6967728" y="4971288"/>
            <a:ext cx="476402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967728" y="4453128"/>
            <a:ext cx="476402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6620256" y="442569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1.000</a:t>
            </a:r>
            <a:endParaRPr lang="en-US" sz="650" dirty="0"/>
          </a:p>
        </p:txBody>
      </p:sp>
      <p:sp>
        <p:nvSpPr>
          <p:cNvPr id="205" name="Text 203"/>
          <p:cNvSpPr/>
          <p:nvPr/>
        </p:nvSpPr>
        <p:spPr>
          <a:xfrm>
            <a:off x="6620256" y="593445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</a:t>
            </a:r>
            <a:endParaRPr lang="en-US" sz="650" dirty="0"/>
          </a:p>
        </p:txBody>
      </p:sp>
      <p:sp>
        <p:nvSpPr>
          <p:cNvPr id="206" name="Text 204"/>
          <p:cNvSpPr/>
          <p:nvPr/>
        </p:nvSpPr>
        <p:spPr>
          <a:xfrm>
            <a:off x="11000232" y="606247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650" dirty="0"/>
          </a:p>
        </p:txBody>
      </p:sp>
      <p:sp>
        <p:nvSpPr>
          <p:cNvPr id="207" name="Text 205"/>
          <p:cNvSpPr/>
          <p:nvPr/>
        </p:nvSpPr>
        <p:spPr>
          <a:xfrm>
            <a:off x="6949440" y="425196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cdf</a:t>
            </a:r>
            <a:endParaRPr lang="en-US" sz="650" dirty="0"/>
          </a:p>
        </p:txBody>
      </p:sp>
      <p:sp>
        <p:nvSpPr>
          <p:cNvPr id="208" name="Shape 206"/>
          <p:cNvSpPr/>
          <p:nvPr/>
        </p:nvSpPr>
        <p:spPr>
          <a:xfrm>
            <a:off x="7296281" y="5988177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296281" y="5988177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407279" y="5949315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407279" y="5949315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518277" y="5910453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518277" y="5910453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629275" y="5871591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629275" y="5871591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740272" y="5832729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740272" y="5832729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851270" y="5793867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851270" y="5793867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962268" y="5755005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962268" y="5755005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073266" y="5716143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073266" y="5716143"/>
            <a:ext cx="55499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128765" y="5677281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128765" y="5677281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239762" y="5638419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239762" y="5638419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350760" y="5599557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350760" y="5599557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461758" y="5560695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461758" y="5560695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572756" y="5521833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572756" y="5521833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683753" y="5482971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683753" y="5482971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794751" y="5444109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794751" y="5444109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905749" y="5405247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905749" y="5405247"/>
            <a:ext cx="55499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961248" y="5366385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961248" y="5366385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9072246" y="5327523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9072246" y="5327523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9183243" y="5288661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9183243" y="5288661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9294241" y="5249799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9294241" y="5249799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9405239" y="5210937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9405239" y="5210937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9516237" y="5172075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9516237" y="5172075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9627234" y="5133213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9627234" y="5133213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9738232" y="5094351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9738232" y="5094351"/>
            <a:ext cx="55499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9793731" y="5055489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9793731" y="5055489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9904729" y="5016627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9904729" y="5016627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10015727" y="4977765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10015727" y="4977765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10126724" y="4938903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10126724" y="4938903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10237722" y="4900041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10237722" y="4900041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10348720" y="4861179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10348720" y="4861179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10459718" y="4822317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10459718" y="4822317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10570715" y="4783455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10570715" y="4783455"/>
            <a:ext cx="55499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10626214" y="4744593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10626214" y="4744593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10737212" y="4705731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10737212" y="4705731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10848210" y="4666869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10848210" y="4666869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10959208" y="4628007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10959208" y="4628007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11070205" y="4589145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11070205" y="4589145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11181203" y="4550283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11181203" y="4550283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11292201" y="4511421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11292201" y="4511421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11403199" y="4472559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 Item 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77440" y="10972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PRODUCT_A0 · A0005 · A0005B.1 · ETA100020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89720" y="109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2026-04-25T00:08:36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65836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RINGOSC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RINGOSC · 80 points · 16 package(s)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3796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111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701344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0.5904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6384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3699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833932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0.004368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8972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6287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966520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0.5904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51560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8875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099108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1389888"/>
            <a:ext cx="1965960" cy="498348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463040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Table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1719072"/>
            <a:ext cx="174650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737360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216152" y="1737360"/>
            <a:ext cx="7772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224024"/>
            <a:ext cx="174650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242312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216152" y="2242312"/>
            <a:ext cx="7772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0.5904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2728976"/>
            <a:ext cx="174650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747264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216152" y="2747264"/>
            <a:ext cx="7772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0.004368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3233928"/>
            <a:ext cx="174650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252216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216152" y="3252216"/>
            <a:ext cx="7772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0.5830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3738880"/>
            <a:ext cx="174650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757168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216152" y="3757168"/>
            <a:ext cx="7772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0.5867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4243832"/>
            <a:ext cx="174650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262120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216152" y="4262120"/>
            <a:ext cx="7772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0.5904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5760" y="4748784"/>
            <a:ext cx="174650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767072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216152" y="4767072"/>
            <a:ext cx="7772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0.5941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5253736"/>
            <a:ext cx="174650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5272024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216152" y="5272024"/>
            <a:ext cx="7772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0.5978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5760" y="5758688"/>
            <a:ext cx="174650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5776976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216152" y="5776976"/>
            <a:ext cx="7772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0.5970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395728" y="1389888"/>
            <a:ext cx="3913632" cy="233172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05456" y="1463040"/>
            <a:ext cx="3694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 Plot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627025" y="2788920"/>
            <a:ext cx="64011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627025" y="2532888"/>
            <a:ext cx="0" cy="51206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691036" y="2532888"/>
            <a:ext cx="0" cy="51206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643028" y="2468880"/>
            <a:ext cx="45720" cy="64008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659031" y="2404872"/>
            <a:ext cx="0" cy="768096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105492" y="2167128"/>
            <a:ext cx="0" cy="141732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68332" y="20116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LSL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3105492" y="2167128"/>
            <a:ext cx="0" cy="141732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968332" y="20116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USL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2596896" y="3447288"/>
            <a:ext cx="3511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 0.5830   q1 0.5867   med 0.5904   q3 0.5941   max 0.5978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6492240" y="1389888"/>
            <a:ext cx="5440680" cy="233172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601968" y="1463040"/>
            <a:ext cx="5221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967728" y="3355848"/>
            <a:ext cx="476402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67728" y="1892808"/>
            <a:ext cx="0" cy="14630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967728" y="3355848"/>
            <a:ext cx="476402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967728" y="2868168"/>
            <a:ext cx="476402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967728" y="2380488"/>
            <a:ext cx="476402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967728" y="1892808"/>
            <a:ext cx="476402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620256" y="186537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0.5920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6620256" y="328269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0.5888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11000232" y="341071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6949440" y="169164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6967728" y="2534239"/>
            <a:ext cx="31760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285330" y="2534239"/>
            <a:ext cx="317602" cy="-180177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602931" y="2354062"/>
            <a:ext cx="31760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920533" y="2354062"/>
            <a:ext cx="317602" cy="900887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238134" y="3254949"/>
            <a:ext cx="31760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555736" y="3254949"/>
            <a:ext cx="317602" cy="-1081064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873338" y="2173885"/>
            <a:ext cx="31760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190939" y="2173885"/>
            <a:ext cx="317602" cy="900887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508541" y="3074771"/>
            <a:ext cx="31760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826142" y="3074771"/>
            <a:ext cx="317602" cy="-1081064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143744" y="1993707"/>
            <a:ext cx="31760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461346" y="1993707"/>
            <a:ext cx="317602" cy="900887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778947" y="2894594"/>
            <a:ext cx="31760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096549" y="2894594"/>
            <a:ext cx="317602" cy="-180177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414150" y="2714417"/>
            <a:ext cx="31760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935724" y="2502235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253326" y="2502235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570927" y="2322058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888529" y="2322058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206130" y="3222945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523732" y="3222945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841334" y="2141881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158935" y="2141881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476537" y="3042767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794138" y="3042767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111740" y="1961703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429342" y="1961703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746943" y="2862590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064545" y="2862590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1382146" y="2682413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1699748" y="2682413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395728" y="3950208"/>
            <a:ext cx="3913632" cy="242316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505456" y="4023360"/>
            <a:ext cx="3694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Radius Plot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2871216" y="6007608"/>
            <a:ext cx="323697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871216" y="4453128"/>
            <a:ext cx="0" cy="15544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871216" y="6007608"/>
            <a:ext cx="323697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871216" y="5489448"/>
            <a:ext cx="323697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871216" y="4971288"/>
            <a:ext cx="323697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871216" y="4453128"/>
            <a:ext cx="323697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523744" y="442569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0.5990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2523744" y="593445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0.5818</a:t>
            </a:r>
            <a:endParaRPr lang="en-US" sz="650" dirty="0"/>
          </a:p>
        </p:txBody>
      </p:sp>
      <p:sp>
        <p:nvSpPr>
          <p:cNvPr id="114" name="Text 112"/>
          <p:cNvSpPr/>
          <p:nvPr/>
        </p:nvSpPr>
        <p:spPr>
          <a:xfrm>
            <a:off x="5376672" y="606247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radius</a:t>
            </a:r>
            <a:endParaRPr lang="en-US" sz="650" dirty="0"/>
          </a:p>
        </p:txBody>
      </p:sp>
      <p:sp>
        <p:nvSpPr>
          <p:cNvPr id="115" name="Text 113"/>
          <p:cNvSpPr/>
          <p:nvPr/>
        </p:nvSpPr>
        <p:spPr>
          <a:xfrm>
            <a:off x="2852928" y="425196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650" dirty="0"/>
          </a:p>
        </p:txBody>
      </p:sp>
      <p:sp>
        <p:nvSpPr>
          <p:cNvPr id="116" name="Shape 114"/>
          <p:cNvSpPr/>
          <p:nvPr/>
        </p:nvSpPr>
        <p:spPr>
          <a:xfrm>
            <a:off x="6085332" y="587754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848356" y="560590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085332" y="533427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085332" y="506263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085332" y="47910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085332" y="587754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2848356" y="560590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085332" y="533427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085332" y="506263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085332" y="47910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085332" y="584132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2848356" y="556968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085332" y="5298053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085332" y="502641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085332" y="475478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085332" y="584132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848356" y="556968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085332" y="5298053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085332" y="502641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085332" y="475478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085332" y="580510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848356" y="553347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085332" y="5261835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085332" y="49902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085332" y="471856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085332" y="580510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848356" y="553347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085332" y="5261835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085332" y="49902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085332" y="471856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085332" y="576888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848356" y="5497253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085332" y="522561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085332" y="495398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085332" y="468234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085332" y="576888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848356" y="5497253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085332" y="522561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085332" y="495398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085332" y="468234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085332" y="573267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2848356" y="5461035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085332" y="518939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085332" y="4917763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085332" y="464612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085332" y="573267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2848356" y="5461035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085332" y="518939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085332" y="4917763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085332" y="464612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085332" y="569645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2848356" y="54248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085332" y="515318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085332" y="4881545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085332" y="460991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085332" y="569645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2848356" y="54248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085332" y="515318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085332" y="4881545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085332" y="460991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085332" y="566023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2848356" y="538859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085332" y="5116963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085332" y="484532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085332" y="457369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085332" y="566023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2848356" y="538859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085332" y="5116963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085332" y="484532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085332" y="457369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085332" y="56240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2848356" y="535238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085332" y="5080745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085332" y="480910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085332" y="453747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085332" y="56240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2848356" y="535238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085332" y="5080745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085332" y="480910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085332" y="453747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492240" y="3950208"/>
            <a:ext cx="5440680" cy="242316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6601968" y="4023360"/>
            <a:ext cx="5221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Cumulative Plot</a:t>
            </a:r>
            <a:endParaRPr lang="en-US" sz="900" dirty="0"/>
          </a:p>
        </p:txBody>
      </p:sp>
      <p:sp>
        <p:nvSpPr>
          <p:cNvPr id="198" name="Shape 196"/>
          <p:cNvSpPr/>
          <p:nvPr/>
        </p:nvSpPr>
        <p:spPr>
          <a:xfrm>
            <a:off x="6967728" y="6007608"/>
            <a:ext cx="476402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6967728" y="4453128"/>
            <a:ext cx="0" cy="15544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6967728" y="6007608"/>
            <a:ext cx="476402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6967728" y="5489448"/>
            <a:ext cx="476402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6967728" y="4971288"/>
            <a:ext cx="476402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967728" y="4453128"/>
            <a:ext cx="476402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6620256" y="442569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1.000</a:t>
            </a:r>
            <a:endParaRPr lang="en-US" sz="650" dirty="0"/>
          </a:p>
        </p:txBody>
      </p:sp>
      <p:sp>
        <p:nvSpPr>
          <p:cNvPr id="205" name="Text 203"/>
          <p:cNvSpPr/>
          <p:nvPr/>
        </p:nvSpPr>
        <p:spPr>
          <a:xfrm>
            <a:off x="6620256" y="593445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</a:t>
            </a:r>
            <a:endParaRPr lang="en-US" sz="650" dirty="0"/>
          </a:p>
        </p:txBody>
      </p:sp>
      <p:sp>
        <p:nvSpPr>
          <p:cNvPr id="206" name="Text 204"/>
          <p:cNvSpPr/>
          <p:nvPr/>
        </p:nvSpPr>
        <p:spPr>
          <a:xfrm>
            <a:off x="11000232" y="606247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650" dirty="0"/>
          </a:p>
        </p:txBody>
      </p:sp>
      <p:sp>
        <p:nvSpPr>
          <p:cNvPr id="207" name="Text 205"/>
          <p:cNvSpPr/>
          <p:nvPr/>
        </p:nvSpPr>
        <p:spPr>
          <a:xfrm>
            <a:off x="6949440" y="425196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cdf</a:t>
            </a:r>
            <a:endParaRPr lang="en-US" sz="650" dirty="0"/>
          </a:p>
        </p:txBody>
      </p:sp>
      <p:sp>
        <p:nvSpPr>
          <p:cNvPr id="208" name="Shape 206"/>
          <p:cNvSpPr/>
          <p:nvPr/>
        </p:nvSpPr>
        <p:spPr>
          <a:xfrm>
            <a:off x="7296281" y="5988177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296281" y="5988177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407279" y="5949315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407279" y="5949315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518277" y="5910453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518277" y="5910453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629275" y="5871591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629275" y="5871591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740272" y="5832729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740272" y="5832729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851270" y="5793867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851270" y="5793867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962268" y="5755005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962268" y="5755005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073266" y="5716143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073266" y="5716143"/>
            <a:ext cx="55499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128765" y="5677281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128765" y="5677281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239762" y="5638419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239762" y="5638419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350760" y="5599557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350760" y="5599557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461758" y="5560695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461758" y="5560695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572756" y="5521833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572756" y="5521833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683753" y="5482971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683753" y="5482971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794751" y="5444109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794751" y="5444109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905749" y="5405247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905749" y="5405247"/>
            <a:ext cx="55499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961248" y="5366385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961248" y="5366385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9072246" y="5327523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9072246" y="5327523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9183243" y="5288661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9183243" y="5288661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9294241" y="5249799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9294241" y="5249799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9405239" y="5210937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9405239" y="5210937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9516237" y="5172075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9516237" y="5172075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9627234" y="5133213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9627234" y="5133213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9738232" y="5094351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9738232" y="5094351"/>
            <a:ext cx="55499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9793731" y="5055489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9793731" y="5055489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9904729" y="5016627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9904729" y="5016627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10015727" y="4977765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10015727" y="4977765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10126724" y="4938903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10126724" y="4938903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10237722" y="4900041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10237722" y="4900041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10348720" y="4861179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10348720" y="4861179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10459718" y="4822317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10459718" y="4822317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10570715" y="4783455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10570715" y="4783455"/>
            <a:ext cx="55499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10626214" y="4744593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10626214" y="4744593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10737212" y="4705731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10737212" y="4705731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10848210" y="4666869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10848210" y="4666869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10959208" y="4628007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10959208" y="4628007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11070205" y="4589145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11070205" y="4589145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11181203" y="4550283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11181203" y="4550283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11292201" y="4511421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11292201" y="4511421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11403199" y="4472559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 Item 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77440" y="10972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PRODUCT_A0 · A0005 · A0005B.1 · ETA100020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89720" y="109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2026-04-25T00:08:36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65836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VTH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VTH · 80 points · 16 package(s)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3796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111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701344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0.3804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6384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3699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833932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0.004368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8972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6287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966520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0.3804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51560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8875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099108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1389888"/>
            <a:ext cx="1965960" cy="498348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463040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Table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1719072"/>
            <a:ext cx="174650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737360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216152" y="1737360"/>
            <a:ext cx="7772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224024"/>
            <a:ext cx="174650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242312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216152" y="2242312"/>
            <a:ext cx="7772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0.3804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2728976"/>
            <a:ext cx="174650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747264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216152" y="2747264"/>
            <a:ext cx="7772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0.004368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3233928"/>
            <a:ext cx="174650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252216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216152" y="3252216"/>
            <a:ext cx="7772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0.3730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3738880"/>
            <a:ext cx="174650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757168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216152" y="3757168"/>
            <a:ext cx="7772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0.3767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4243832"/>
            <a:ext cx="174650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262120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216152" y="4262120"/>
            <a:ext cx="7772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0.3804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5760" y="4748784"/>
            <a:ext cx="174650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767072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216152" y="4767072"/>
            <a:ext cx="7772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0.3841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5253736"/>
            <a:ext cx="174650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5272024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216152" y="5272024"/>
            <a:ext cx="7772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0.3878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5760" y="5758688"/>
            <a:ext cx="174650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5776976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216152" y="5776976"/>
            <a:ext cx="7772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0.3870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395728" y="1389888"/>
            <a:ext cx="3913632" cy="233172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05456" y="1463040"/>
            <a:ext cx="3694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 Plot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592362" y="2788920"/>
            <a:ext cx="98675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592362" y="2532888"/>
            <a:ext cx="0" cy="51206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691036" y="2532888"/>
            <a:ext cx="0" cy="51206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617030" y="2468880"/>
            <a:ext cx="49337" cy="64008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641699" y="2404872"/>
            <a:ext cx="0" cy="768096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105492" y="2167128"/>
            <a:ext cx="0" cy="141732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68332" y="20116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LSL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3105492" y="2167128"/>
            <a:ext cx="0" cy="141732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968332" y="20116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USL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2596896" y="3447288"/>
            <a:ext cx="3511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 0.3730   q1 0.3767   med 0.3804   q3 0.3841   max 0.3878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6492240" y="1389888"/>
            <a:ext cx="5440680" cy="233172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601968" y="1463040"/>
            <a:ext cx="5221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967728" y="3355848"/>
            <a:ext cx="476402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67728" y="1892808"/>
            <a:ext cx="0" cy="14630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967728" y="3355848"/>
            <a:ext cx="476402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967728" y="2868168"/>
            <a:ext cx="476402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967728" y="2380488"/>
            <a:ext cx="476402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967728" y="1892808"/>
            <a:ext cx="476402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620256" y="186537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0.3820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6620256" y="328269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0.3788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11000232" y="341071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6949440" y="169164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6967728" y="2534239"/>
            <a:ext cx="31760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285330" y="2534239"/>
            <a:ext cx="317602" cy="-180177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602931" y="2354062"/>
            <a:ext cx="31760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920533" y="2354062"/>
            <a:ext cx="317602" cy="900887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238134" y="3254949"/>
            <a:ext cx="31760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555736" y="3254949"/>
            <a:ext cx="317602" cy="-1081064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873338" y="2173885"/>
            <a:ext cx="31760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190939" y="2173885"/>
            <a:ext cx="317602" cy="900887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508541" y="3074771"/>
            <a:ext cx="31760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826142" y="3074771"/>
            <a:ext cx="317602" cy="-1081064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143744" y="1993707"/>
            <a:ext cx="31760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461346" y="1993707"/>
            <a:ext cx="317602" cy="900887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778947" y="2894594"/>
            <a:ext cx="31760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096549" y="2894594"/>
            <a:ext cx="317602" cy="-180177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414150" y="2714417"/>
            <a:ext cx="31760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935724" y="2502235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253326" y="2502235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570927" y="2322058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888529" y="2322058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206130" y="3222945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523732" y="3222945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841334" y="2141881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158935" y="2141881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476537" y="3042767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794138" y="3042767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111740" y="1961703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429342" y="1961703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746943" y="2862590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064545" y="2862590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1382146" y="2682413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1699748" y="2682413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395728" y="3950208"/>
            <a:ext cx="3913632" cy="242316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505456" y="4023360"/>
            <a:ext cx="3694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Radius Plot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2871216" y="6007608"/>
            <a:ext cx="323697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871216" y="4453128"/>
            <a:ext cx="0" cy="15544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871216" y="6007608"/>
            <a:ext cx="323697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871216" y="5489448"/>
            <a:ext cx="323697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871216" y="4971288"/>
            <a:ext cx="323697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871216" y="4453128"/>
            <a:ext cx="323697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523744" y="442569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0.3890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2523744" y="593445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0.3718</a:t>
            </a:r>
            <a:endParaRPr lang="en-US" sz="650" dirty="0"/>
          </a:p>
        </p:txBody>
      </p:sp>
      <p:sp>
        <p:nvSpPr>
          <p:cNvPr id="114" name="Text 112"/>
          <p:cNvSpPr/>
          <p:nvPr/>
        </p:nvSpPr>
        <p:spPr>
          <a:xfrm>
            <a:off x="5376672" y="606247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radius</a:t>
            </a:r>
            <a:endParaRPr lang="en-US" sz="650" dirty="0"/>
          </a:p>
        </p:txBody>
      </p:sp>
      <p:sp>
        <p:nvSpPr>
          <p:cNvPr id="115" name="Text 113"/>
          <p:cNvSpPr/>
          <p:nvPr/>
        </p:nvSpPr>
        <p:spPr>
          <a:xfrm>
            <a:off x="2852928" y="425196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650" dirty="0"/>
          </a:p>
        </p:txBody>
      </p:sp>
      <p:sp>
        <p:nvSpPr>
          <p:cNvPr id="116" name="Shape 114"/>
          <p:cNvSpPr/>
          <p:nvPr/>
        </p:nvSpPr>
        <p:spPr>
          <a:xfrm>
            <a:off x="6085332" y="587754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848356" y="560590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085332" y="533427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085332" y="506263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085332" y="47910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085332" y="587754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2848356" y="560590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085332" y="533427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085332" y="506263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085332" y="47910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085332" y="584132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2848356" y="556968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085332" y="5298053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085332" y="502641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085332" y="475478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085332" y="584132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848356" y="556968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085332" y="5298053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085332" y="502641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085332" y="475478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085332" y="580510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848356" y="553347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085332" y="5261835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085332" y="49902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085332" y="471856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085332" y="580510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848356" y="553347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085332" y="5261835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085332" y="49902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085332" y="471856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085332" y="576888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848356" y="5497253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085332" y="522561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085332" y="495398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085332" y="468234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085332" y="576888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848356" y="5497253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085332" y="522561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085332" y="495398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085332" y="468234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085332" y="573267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2848356" y="5461035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085332" y="518939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085332" y="4917763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085332" y="464612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085332" y="573267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2848356" y="5461035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085332" y="518939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085332" y="4917763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085332" y="464612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085332" y="569645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2848356" y="54248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085332" y="515318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085332" y="4881545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085332" y="460991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085332" y="569645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2848356" y="54248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085332" y="515318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085332" y="4881545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085332" y="460991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085332" y="566023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2848356" y="538859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085332" y="5116963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085332" y="484532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085332" y="457369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085332" y="566023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2848356" y="538859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085332" y="5116963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085332" y="484532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085332" y="457369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085332" y="56240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2848356" y="535238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085332" y="5080745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085332" y="480910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085332" y="453747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085332" y="56240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2848356" y="535238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085332" y="5080745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085332" y="480910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085332" y="453747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492240" y="3950208"/>
            <a:ext cx="5440680" cy="242316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6601968" y="4023360"/>
            <a:ext cx="5221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Cumulative Plot</a:t>
            </a:r>
            <a:endParaRPr lang="en-US" sz="900" dirty="0"/>
          </a:p>
        </p:txBody>
      </p:sp>
      <p:sp>
        <p:nvSpPr>
          <p:cNvPr id="198" name="Shape 196"/>
          <p:cNvSpPr/>
          <p:nvPr/>
        </p:nvSpPr>
        <p:spPr>
          <a:xfrm>
            <a:off x="6967728" y="6007608"/>
            <a:ext cx="476402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6967728" y="4453128"/>
            <a:ext cx="0" cy="15544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6967728" y="6007608"/>
            <a:ext cx="476402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6967728" y="5489448"/>
            <a:ext cx="476402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6967728" y="4971288"/>
            <a:ext cx="476402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967728" y="4453128"/>
            <a:ext cx="476402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6620256" y="442569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1.000</a:t>
            </a:r>
            <a:endParaRPr lang="en-US" sz="650" dirty="0"/>
          </a:p>
        </p:txBody>
      </p:sp>
      <p:sp>
        <p:nvSpPr>
          <p:cNvPr id="205" name="Text 203"/>
          <p:cNvSpPr/>
          <p:nvPr/>
        </p:nvSpPr>
        <p:spPr>
          <a:xfrm>
            <a:off x="6620256" y="593445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</a:t>
            </a:r>
            <a:endParaRPr lang="en-US" sz="650" dirty="0"/>
          </a:p>
        </p:txBody>
      </p:sp>
      <p:sp>
        <p:nvSpPr>
          <p:cNvPr id="206" name="Text 204"/>
          <p:cNvSpPr/>
          <p:nvPr/>
        </p:nvSpPr>
        <p:spPr>
          <a:xfrm>
            <a:off x="11000232" y="606247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650" dirty="0"/>
          </a:p>
        </p:txBody>
      </p:sp>
      <p:sp>
        <p:nvSpPr>
          <p:cNvPr id="207" name="Text 205"/>
          <p:cNvSpPr/>
          <p:nvPr/>
        </p:nvSpPr>
        <p:spPr>
          <a:xfrm>
            <a:off x="6949440" y="425196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cdf</a:t>
            </a:r>
            <a:endParaRPr lang="en-US" sz="650" dirty="0"/>
          </a:p>
        </p:txBody>
      </p:sp>
      <p:sp>
        <p:nvSpPr>
          <p:cNvPr id="208" name="Shape 206"/>
          <p:cNvSpPr/>
          <p:nvPr/>
        </p:nvSpPr>
        <p:spPr>
          <a:xfrm>
            <a:off x="7296281" y="5988177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296281" y="5988177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407279" y="5949315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407279" y="5949315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518277" y="5910453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518277" y="5910453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629275" y="5871591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629275" y="5871591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740272" y="5832729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740272" y="5832729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851270" y="5793867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851270" y="5793867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962268" y="5755005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962268" y="5755005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073266" y="5716143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073266" y="5716143"/>
            <a:ext cx="55499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128765" y="5677281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128765" y="5677281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239762" y="5638419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239762" y="5638419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350760" y="5599557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350760" y="5599557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461758" y="5560695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461758" y="5560695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572756" y="5521833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572756" y="5521833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683753" y="5482971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683753" y="5482971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794751" y="5444109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794751" y="5444109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905749" y="5405247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905749" y="5405247"/>
            <a:ext cx="55499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961248" y="5366385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961248" y="5366385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9072246" y="5327523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9072246" y="5327523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9183243" y="5288661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9183243" y="5288661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9294241" y="5249799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9294241" y="5249799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9405239" y="5210937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9405239" y="5210937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9516237" y="5172075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9516237" y="5172075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9627234" y="5133213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9627234" y="5133213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9738232" y="5094351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9738232" y="5094351"/>
            <a:ext cx="55499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9793731" y="5055489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9793731" y="5055489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9904729" y="5016627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9904729" y="5016627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10015727" y="4977765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10015727" y="4977765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10126724" y="4938903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10126724" y="4938903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10237722" y="4900041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10237722" y="4900041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10348720" y="4861179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10348720" y="4861179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10459718" y="4822317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10459718" y="4822317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10570715" y="4783455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10570715" y="4783455"/>
            <a:ext cx="55499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10626214" y="4744593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10626214" y="4744593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10737212" y="4705731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10737212" y="4705731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10848210" y="4666869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10848210" y="4666869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10959208" y="4628007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10959208" y="4628007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11070205" y="4589145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11070205" y="4589145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11181203" y="4550283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11181203" y="4550283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11292201" y="4511421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11292201" y="4511421"/>
            <a:ext cx="110998" cy="-38862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11403199" y="4472559"/>
            <a:ext cx="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 Item Report</dc:title>
  <dc:subject>ET item report</dc:subject>
  <dc:creator>flow ET Report</dc:creator>
  <cp:lastModifiedBy>flow ET Report</cp:lastModifiedBy>
  <cp:revision>1</cp:revision>
  <dcterms:created xsi:type="dcterms:W3CDTF">2026-04-24T15:08:40Z</dcterms:created>
  <dcterms:modified xsi:type="dcterms:W3CDTF">2026-04-24T15:08:40Z</dcterms:modified>
</cp:coreProperties>
</file>