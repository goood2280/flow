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0972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ET Measurement Report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788920" y="109728"/>
            <a:ext cx="6217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PRODA0 · A0004 · A0004C.2 · ETA100030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189720" y="10972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2026-04-29T22:52:38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20040" y="74980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ET 측정이력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20040" y="1060704"/>
            <a:ext cx="8961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측정시간 2024-04-26T15:19:00   Step Seq 1(140pt), 2(140pt)   Request REQ-A0004-19-3, REQ-A0004-20-3, REQ-A0004-21-3, REQ-A0004-22-3, REQ-A0004-23-3, REQ-A0004-24-3, REQ-A0004-25-3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" y="1389888"/>
            <a:ext cx="1874520" cy="53035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9768" y="1490472"/>
            <a:ext cx="502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제품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941832" y="144475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PRODA0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377440" y="1389888"/>
            <a:ext cx="1874520" cy="53035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87168" y="1490472"/>
            <a:ext cx="502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Lot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2999232" y="144475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A0004C.2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434840" y="1389888"/>
            <a:ext cx="1874520" cy="53035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44568" y="1490472"/>
            <a:ext cx="502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5056632" y="144475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VIA_DC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492240" y="1389888"/>
            <a:ext cx="1874520" cy="53035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01968" y="1490472"/>
            <a:ext cx="502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Rows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7114032" y="144475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280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" y="2240280"/>
            <a:ext cx="1783080" cy="237744"/>
          </a:xfrm>
          <a:prstGeom prst="rect">
            <a:avLst/>
          </a:prstGeom>
          <a:solidFill>
            <a:srgbClr val="E2E8F0"/>
          </a:solidFill>
          <a:ln w="508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56616" y="2286000"/>
            <a:ext cx="170992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Index</a:t>
            </a:r>
            <a:endParaRPr lang="en-US" sz="720" dirty="0"/>
          </a:p>
        </p:txBody>
      </p:sp>
      <p:sp>
        <p:nvSpPr>
          <p:cNvPr id="22" name="Shape 20"/>
          <p:cNvSpPr/>
          <p:nvPr/>
        </p:nvSpPr>
        <p:spPr>
          <a:xfrm>
            <a:off x="2103120" y="2240280"/>
            <a:ext cx="1645920" cy="237744"/>
          </a:xfrm>
          <a:prstGeom prst="rect">
            <a:avLst/>
          </a:prstGeom>
          <a:solidFill>
            <a:srgbClr val="E2E8F0"/>
          </a:solidFill>
          <a:ln w="508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139696" y="2286000"/>
            <a:ext cx="15727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Raw</a:t>
            </a:r>
            <a:endParaRPr lang="en-US" sz="720" dirty="0"/>
          </a:p>
        </p:txBody>
      </p:sp>
      <p:sp>
        <p:nvSpPr>
          <p:cNvPr id="24" name="Shape 22"/>
          <p:cNvSpPr/>
          <p:nvPr/>
        </p:nvSpPr>
        <p:spPr>
          <a:xfrm>
            <a:off x="3749040" y="2240280"/>
            <a:ext cx="1234440" cy="237744"/>
          </a:xfrm>
          <a:prstGeom prst="rect">
            <a:avLst/>
          </a:prstGeom>
          <a:solidFill>
            <a:srgbClr val="E2E8F0"/>
          </a:solidFill>
          <a:ln w="508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785616" y="2286000"/>
            <a:ext cx="11612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Seq/PT</a:t>
            </a:r>
            <a:endParaRPr lang="en-US" sz="720" dirty="0"/>
          </a:p>
        </p:txBody>
      </p:sp>
      <p:sp>
        <p:nvSpPr>
          <p:cNvPr id="26" name="Shape 24"/>
          <p:cNvSpPr/>
          <p:nvPr/>
        </p:nvSpPr>
        <p:spPr>
          <a:xfrm>
            <a:off x="4983480" y="2240280"/>
            <a:ext cx="914400" cy="237744"/>
          </a:xfrm>
          <a:prstGeom prst="rect">
            <a:avLst/>
          </a:prstGeom>
          <a:solidFill>
            <a:srgbClr val="E2E8F0"/>
          </a:solidFill>
          <a:ln w="508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0056" y="2286000"/>
            <a:ext cx="8412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Mean</a:t>
            </a:r>
            <a:endParaRPr lang="en-US" sz="720" dirty="0"/>
          </a:p>
        </p:txBody>
      </p:sp>
      <p:sp>
        <p:nvSpPr>
          <p:cNvPr id="28" name="Shape 26"/>
          <p:cNvSpPr/>
          <p:nvPr/>
        </p:nvSpPr>
        <p:spPr>
          <a:xfrm>
            <a:off x="5897880" y="2240280"/>
            <a:ext cx="914400" cy="237744"/>
          </a:xfrm>
          <a:prstGeom prst="rect">
            <a:avLst/>
          </a:prstGeom>
          <a:solidFill>
            <a:srgbClr val="E2E8F0"/>
          </a:solidFill>
          <a:ln w="508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34456" y="2286000"/>
            <a:ext cx="8412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</a:t>
            </a:r>
            <a:endParaRPr lang="en-US" sz="720" dirty="0"/>
          </a:p>
        </p:txBody>
      </p:sp>
      <p:sp>
        <p:nvSpPr>
          <p:cNvPr id="30" name="Shape 28"/>
          <p:cNvSpPr/>
          <p:nvPr/>
        </p:nvSpPr>
        <p:spPr>
          <a:xfrm>
            <a:off x="6812280" y="2240280"/>
            <a:ext cx="914400" cy="237744"/>
          </a:xfrm>
          <a:prstGeom prst="rect">
            <a:avLst/>
          </a:prstGeom>
          <a:solidFill>
            <a:srgbClr val="E2E8F0"/>
          </a:solidFill>
          <a:ln w="508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48856" y="2286000"/>
            <a:ext cx="8412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</a:t>
            </a:r>
            <a:endParaRPr lang="en-US" sz="720" dirty="0"/>
          </a:p>
        </p:txBody>
      </p:sp>
      <p:sp>
        <p:nvSpPr>
          <p:cNvPr id="32" name="Shape 30"/>
          <p:cNvSpPr/>
          <p:nvPr/>
        </p:nvSpPr>
        <p:spPr>
          <a:xfrm>
            <a:off x="7726680" y="2240280"/>
            <a:ext cx="566928" cy="237744"/>
          </a:xfrm>
          <a:prstGeom prst="rect">
            <a:avLst/>
          </a:prstGeom>
          <a:solidFill>
            <a:srgbClr val="E2E8F0"/>
          </a:solidFill>
          <a:ln w="5080">
            <a:solidFill>
              <a:srgbClr val="CBD5E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63256" y="2286000"/>
            <a:ext cx="49377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</a:t>
            </a:r>
            <a:endParaRPr lang="en-US" sz="720" dirty="0"/>
          </a:p>
        </p:txBody>
      </p:sp>
      <p:sp>
        <p:nvSpPr>
          <p:cNvPr id="34" name="Shape 32"/>
          <p:cNvSpPr/>
          <p:nvPr/>
        </p:nvSpPr>
        <p:spPr>
          <a:xfrm>
            <a:off x="8293608" y="2240280"/>
            <a:ext cx="713232" cy="237744"/>
          </a:xfrm>
          <a:prstGeom prst="rect">
            <a:avLst/>
          </a:prstGeom>
          <a:solidFill>
            <a:srgbClr val="E2E8F0"/>
          </a:solidFill>
          <a:ln w="508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330184" y="2286000"/>
            <a:ext cx="6400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Status</a:t>
            </a:r>
            <a:endParaRPr lang="en-US" sz="720" dirty="0"/>
          </a:p>
        </p:txBody>
      </p:sp>
      <p:sp>
        <p:nvSpPr>
          <p:cNvPr id="36" name="Shape 34"/>
          <p:cNvSpPr/>
          <p:nvPr/>
        </p:nvSpPr>
        <p:spPr>
          <a:xfrm>
            <a:off x="9006840" y="2240280"/>
            <a:ext cx="914400" cy="237744"/>
          </a:xfrm>
          <a:prstGeom prst="rect">
            <a:avLst/>
          </a:prstGeom>
          <a:solidFill>
            <a:srgbClr val="E2E8F0"/>
          </a:solidFill>
          <a:ln w="5080">
            <a:solidFill>
              <a:srgbClr val="CBD5E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043416" y="2286000"/>
            <a:ext cx="8412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Spec</a:t>
            </a:r>
            <a:endParaRPr lang="en-US" sz="720" dirty="0"/>
          </a:p>
        </p:txBody>
      </p:sp>
      <p:sp>
        <p:nvSpPr>
          <p:cNvPr id="38" name="Shape 36"/>
          <p:cNvSpPr/>
          <p:nvPr/>
        </p:nvSpPr>
        <p:spPr>
          <a:xfrm>
            <a:off x="320040" y="2478024"/>
            <a:ext cx="1783080" cy="164592"/>
          </a:xfrm>
          <a:prstGeom prst="rect">
            <a:avLst/>
          </a:prstGeom>
          <a:solidFill>
            <a:srgbClr val="F8FAFC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56616" y="2500884"/>
            <a:ext cx="170992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4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IDSAT</a:t>
            </a:r>
            <a:endParaRPr lang="en-US" sz="640" dirty="0"/>
          </a:p>
        </p:txBody>
      </p:sp>
      <p:sp>
        <p:nvSpPr>
          <p:cNvPr id="40" name="Shape 38"/>
          <p:cNvSpPr/>
          <p:nvPr/>
        </p:nvSpPr>
        <p:spPr>
          <a:xfrm>
            <a:off x="2103120" y="2478024"/>
            <a:ext cx="1645920" cy="164592"/>
          </a:xfrm>
          <a:prstGeom prst="rect">
            <a:avLst/>
          </a:prstGeom>
          <a:solidFill>
            <a:srgbClr val="F8FAFC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139696" y="2500884"/>
            <a:ext cx="157276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IDSAT</a:t>
            </a:r>
            <a:endParaRPr lang="en-US" sz="640" dirty="0"/>
          </a:p>
        </p:txBody>
      </p:sp>
      <p:sp>
        <p:nvSpPr>
          <p:cNvPr id="42" name="Shape 40"/>
          <p:cNvSpPr/>
          <p:nvPr/>
        </p:nvSpPr>
        <p:spPr>
          <a:xfrm>
            <a:off x="3749040" y="2478024"/>
            <a:ext cx="1234440" cy="164592"/>
          </a:xfrm>
          <a:prstGeom prst="rect">
            <a:avLst/>
          </a:prstGeom>
          <a:solidFill>
            <a:srgbClr val="F8FAFC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785616" y="2500884"/>
            <a:ext cx="116128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1(35pt), 2(35pt)</a:t>
            </a:r>
            <a:endParaRPr lang="en-US" sz="640" dirty="0"/>
          </a:p>
        </p:txBody>
      </p:sp>
      <p:sp>
        <p:nvSpPr>
          <p:cNvPr id="44" name="Shape 42"/>
          <p:cNvSpPr/>
          <p:nvPr/>
        </p:nvSpPr>
        <p:spPr>
          <a:xfrm>
            <a:off x="4983480" y="2478024"/>
            <a:ext cx="914400" cy="164592"/>
          </a:xfrm>
          <a:prstGeom prst="rect">
            <a:avLst/>
          </a:prstGeom>
          <a:solidFill>
            <a:srgbClr val="F8FAFC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020056" y="2500884"/>
            <a:ext cx="84124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0.5988</a:t>
            </a:r>
            <a:endParaRPr lang="en-US" sz="640" dirty="0"/>
          </a:p>
        </p:txBody>
      </p:sp>
      <p:sp>
        <p:nvSpPr>
          <p:cNvPr id="46" name="Shape 44"/>
          <p:cNvSpPr/>
          <p:nvPr/>
        </p:nvSpPr>
        <p:spPr>
          <a:xfrm>
            <a:off x="5897880" y="2478024"/>
            <a:ext cx="914400" cy="164592"/>
          </a:xfrm>
          <a:prstGeom prst="rect">
            <a:avLst/>
          </a:prstGeom>
          <a:solidFill>
            <a:srgbClr val="F8FAFC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934456" y="2500884"/>
            <a:ext cx="84124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0.5916</a:t>
            </a:r>
            <a:endParaRPr lang="en-US" sz="640" dirty="0"/>
          </a:p>
        </p:txBody>
      </p:sp>
      <p:sp>
        <p:nvSpPr>
          <p:cNvPr id="48" name="Shape 46"/>
          <p:cNvSpPr/>
          <p:nvPr/>
        </p:nvSpPr>
        <p:spPr>
          <a:xfrm>
            <a:off x="6812280" y="2478024"/>
            <a:ext cx="914400" cy="164592"/>
          </a:xfrm>
          <a:prstGeom prst="rect">
            <a:avLst/>
          </a:prstGeom>
          <a:solidFill>
            <a:srgbClr val="F8FAFC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848856" y="2500884"/>
            <a:ext cx="84124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0.6060</a:t>
            </a:r>
            <a:endParaRPr lang="en-US" sz="640" dirty="0"/>
          </a:p>
        </p:txBody>
      </p:sp>
      <p:sp>
        <p:nvSpPr>
          <p:cNvPr id="50" name="Shape 48"/>
          <p:cNvSpPr/>
          <p:nvPr/>
        </p:nvSpPr>
        <p:spPr>
          <a:xfrm>
            <a:off x="7726680" y="2478024"/>
            <a:ext cx="566928" cy="164592"/>
          </a:xfrm>
          <a:prstGeom prst="rect">
            <a:avLst/>
          </a:prstGeom>
          <a:solidFill>
            <a:srgbClr val="F8FAFC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763256" y="2500884"/>
            <a:ext cx="493776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sz="640" dirty="0"/>
          </a:p>
        </p:txBody>
      </p:sp>
      <p:sp>
        <p:nvSpPr>
          <p:cNvPr id="52" name="Shape 50"/>
          <p:cNvSpPr/>
          <p:nvPr/>
        </p:nvSpPr>
        <p:spPr>
          <a:xfrm>
            <a:off x="8293608" y="2478024"/>
            <a:ext cx="713232" cy="164592"/>
          </a:xfrm>
          <a:prstGeom prst="rect">
            <a:avLst/>
          </a:prstGeom>
          <a:solidFill>
            <a:srgbClr val="F8FAFC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330184" y="2500884"/>
            <a:ext cx="64008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REPORTED</a:t>
            </a:r>
            <a:endParaRPr lang="en-US" sz="640" dirty="0"/>
          </a:p>
        </p:txBody>
      </p:sp>
      <p:sp>
        <p:nvSpPr>
          <p:cNvPr id="54" name="Shape 52"/>
          <p:cNvSpPr/>
          <p:nvPr/>
        </p:nvSpPr>
        <p:spPr>
          <a:xfrm>
            <a:off x="9006840" y="2478024"/>
            <a:ext cx="914400" cy="164592"/>
          </a:xfrm>
          <a:prstGeom prst="rect">
            <a:avLst/>
          </a:prstGeom>
          <a:solidFill>
            <a:srgbClr val="F8FAFC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043416" y="2500884"/>
            <a:ext cx="84124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none -~-</a:t>
            </a:r>
            <a:endParaRPr lang="en-US" sz="640" dirty="0"/>
          </a:p>
        </p:txBody>
      </p:sp>
      <p:sp>
        <p:nvSpPr>
          <p:cNvPr id="56" name="Shape 54"/>
          <p:cNvSpPr/>
          <p:nvPr/>
        </p:nvSpPr>
        <p:spPr>
          <a:xfrm>
            <a:off x="320040" y="2642616"/>
            <a:ext cx="1783080" cy="164592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56616" y="2665476"/>
            <a:ext cx="170992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4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IOFF</a:t>
            </a:r>
            <a:endParaRPr lang="en-US" sz="640" dirty="0"/>
          </a:p>
        </p:txBody>
      </p:sp>
      <p:sp>
        <p:nvSpPr>
          <p:cNvPr id="58" name="Shape 56"/>
          <p:cNvSpPr/>
          <p:nvPr/>
        </p:nvSpPr>
        <p:spPr>
          <a:xfrm>
            <a:off x="2103120" y="2642616"/>
            <a:ext cx="1645920" cy="164592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139696" y="2665476"/>
            <a:ext cx="157276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IOFF</a:t>
            </a:r>
            <a:endParaRPr lang="en-US" sz="640" dirty="0"/>
          </a:p>
        </p:txBody>
      </p:sp>
      <p:sp>
        <p:nvSpPr>
          <p:cNvPr id="60" name="Shape 58"/>
          <p:cNvSpPr/>
          <p:nvPr/>
        </p:nvSpPr>
        <p:spPr>
          <a:xfrm>
            <a:off x="3749040" y="2642616"/>
            <a:ext cx="1234440" cy="164592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785616" y="2665476"/>
            <a:ext cx="116128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1(35pt), 2(35pt)</a:t>
            </a:r>
            <a:endParaRPr lang="en-US" sz="640" dirty="0"/>
          </a:p>
        </p:txBody>
      </p:sp>
      <p:sp>
        <p:nvSpPr>
          <p:cNvPr id="62" name="Shape 60"/>
          <p:cNvSpPr/>
          <p:nvPr/>
        </p:nvSpPr>
        <p:spPr>
          <a:xfrm>
            <a:off x="4983480" y="2642616"/>
            <a:ext cx="914400" cy="164592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020056" y="2665476"/>
            <a:ext cx="84124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0.6688</a:t>
            </a:r>
            <a:endParaRPr lang="en-US" sz="640" dirty="0"/>
          </a:p>
        </p:txBody>
      </p:sp>
      <p:sp>
        <p:nvSpPr>
          <p:cNvPr id="64" name="Shape 62"/>
          <p:cNvSpPr/>
          <p:nvPr/>
        </p:nvSpPr>
        <p:spPr>
          <a:xfrm>
            <a:off x="5897880" y="2642616"/>
            <a:ext cx="914400" cy="164592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934456" y="2665476"/>
            <a:ext cx="84124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0.6616</a:t>
            </a:r>
            <a:endParaRPr lang="en-US" sz="640" dirty="0"/>
          </a:p>
        </p:txBody>
      </p:sp>
      <p:sp>
        <p:nvSpPr>
          <p:cNvPr id="66" name="Shape 64"/>
          <p:cNvSpPr/>
          <p:nvPr/>
        </p:nvSpPr>
        <p:spPr>
          <a:xfrm>
            <a:off x="6812280" y="2642616"/>
            <a:ext cx="914400" cy="164592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848856" y="2665476"/>
            <a:ext cx="84124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0.6760</a:t>
            </a:r>
            <a:endParaRPr lang="en-US" sz="640" dirty="0"/>
          </a:p>
        </p:txBody>
      </p:sp>
      <p:sp>
        <p:nvSpPr>
          <p:cNvPr id="68" name="Shape 66"/>
          <p:cNvSpPr/>
          <p:nvPr/>
        </p:nvSpPr>
        <p:spPr>
          <a:xfrm>
            <a:off x="7726680" y="2642616"/>
            <a:ext cx="566928" cy="164592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7763256" y="2665476"/>
            <a:ext cx="493776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sz="640" dirty="0"/>
          </a:p>
        </p:txBody>
      </p:sp>
      <p:sp>
        <p:nvSpPr>
          <p:cNvPr id="70" name="Shape 68"/>
          <p:cNvSpPr/>
          <p:nvPr/>
        </p:nvSpPr>
        <p:spPr>
          <a:xfrm>
            <a:off x="8293608" y="2642616"/>
            <a:ext cx="713232" cy="164592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8330184" y="2665476"/>
            <a:ext cx="64008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REPORTED</a:t>
            </a:r>
            <a:endParaRPr lang="en-US" sz="640" dirty="0"/>
          </a:p>
        </p:txBody>
      </p:sp>
      <p:sp>
        <p:nvSpPr>
          <p:cNvPr id="72" name="Shape 70"/>
          <p:cNvSpPr/>
          <p:nvPr/>
        </p:nvSpPr>
        <p:spPr>
          <a:xfrm>
            <a:off x="9006840" y="2642616"/>
            <a:ext cx="914400" cy="164592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9043416" y="2665476"/>
            <a:ext cx="84124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none -~-</a:t>
            </a:r>
            <a:endParaRPr lang="en-US" sz="640" dirty="0"/>
          </a:p>
        </p:txBody>
      </p:sp>
      <p:sp>
        <p:nvSpPr>
          <p:cNvPr id="74" name="Shape 72"/>
          <p:cNvSpPr/>
          <p:nvPr/>
        </p:nvSpPr>
        <p:spPr>
          <a:xfrm>
            <a:off x="320040" y="2807208"/>
            <a:ext cx="1783080" cy="164592"/>
          </a:xfrm>
          <a:prstGeom prst="rect">
            <a:avLst/>
          </a:prstGeom>
          <a:solidFill>
            <a:srgbClr val="F8FAFC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356616" y="2830068"/>
            <a:ext cx="170992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4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RINGOSC</a:t>
            </a:r>
            <a:endParaRPr lang="en-US" sz="640" dirty="0"/>
          </a:p>
        </p:txBody>
      </p:sp>
      <p:sp>
        <p:nvSpPr>
          <p:cNvPr id="76" name="Shape 74"/>
          <p:cNvSpPr/>
          <p:nvPr/>
        </p:nvSpPr>
        <p:spPr>
          <a:xfrm>
            <a:off x="2103120" y="2807208"/>
            <a:ext cx="1645920" cy="164592"/>
          </a:xfrm>
          <a:prstGeom prst="rect">
            <a:avLst/>
          </a:prstGeom>
          <a:solidFill>
            <a:srgbClr val="F8FAFC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2139696" y="2830068"/>
            <a:ext cx="157276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RINGOSC</a:t>
            </a:r>
            <a:endParaRPr lang="en-US" sz="640" dirty="0"/>
          </a:p>
        </p:txBody>
      </p:sp>
      <p:sp>
        <p:nvSpPr>
          <p:cNvPr id="78" name="Shape 76"/>
          <p:cNvSpPr/>
          <p:nvPr/>
        </p:nvSpPr>
        <p:spPr>
          <a:xfrm>
            <a:off x="3749040" y="2807208"/>
            <a:ext cx="1234440" cy="164592"/>
          </a:xfrm>
          <a:prstGeom prst="rect">
            <a:avLst/>
          </a:prstGeom>
          <a:solidFill>
            <a:srgbClr val="F8FAFC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3785616" y="2830068"/>
            <a:ext cx="116128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1(35pt), 2(35pt)</a:t>
            </a:r>
            <a:endParaRPr lang="en-US" sz="640" dirty="0"/>
          </a:p>
        </p:txBody>
      </p:sp>
      <p:sp>
        <p:nvSpPr>
          <p:cNvPr id="80" name="Shape 78"/>
          <p:cNvSpPr/>
          <p:nvPr/>
        </p:nvSpPr>
        <p:spPr>
          <a:xfrm>
            <a:off x="4983480" y="2807208"/>
            <a:ext cx="914400" cy="164592"/>
          </a:xfrm>
          <a:prstGeom prst="rect">
            <a:avLst/>
          </a:prstGeom>
          <a:solidFill>
            <a:srgbClr val="F8FAFC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5020056" y="2830068"/>
            <a:ext cx="84124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0.7388</a:t>
            </a:r>
            <a:endParaRPr lang="en-US" sz="640" dirty="0"/>
          </a:p>
        </p:txBody>
      </p:sp>
      <p:sp>
        <p:nvSpPr>
          <p:cNvPr id="82" name="Shape 80"/>
          <p:cNvSpPr/>
          <p:nvPr/>
        </p:nvSpPr>
        <p:spPr>
          <a:xfrm>
            <a:off x="5897880" y="2807208"/>
            <a:ext cx="914400" cy="164592"/>
          </a:xfrm>
          <a:prstGeom prst="rect">
            <a:avLst/>
          </a:prstGeom>
          <a:solidFill>
            <a:srgbClr val="F8FAFC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5934456" y="2830068"/>
            <a:ext cx="84124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0.7316</a:t>
            </a:r>
            <a:endParaRPr lang="en-US" sz="640" dirty="0"/>
          </a:p>
        </p:txBody>
      </p:sp>
      <p:sp>
        <p:nvSpPr>
          <p:cNvPr id="84" name="Shape 82"/>
          <p:cNvSpPr/>
          <p:nvPr/>
        </p:nvSpPr>
        <p:spPr>
          <a:xfrm>
            <a:off x="6812280" y="2807208"/>
            <a:ext cx="914400" cy="164592"/>
          </a:xfrm>
          <a:prstGeom prst="rect">
            <a:avLst/>
          </a:prstGeom>
          <a:solidFill>
            <a:srgbClr val="F8FAFC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6848856" y="2830068"/>
            <a:ext cx="84124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0.7460</a:t>
            </a:r>
            <a:endParaRPr lang="en-US" sz="640" dirty="0"/>
          </a:p>
        </p:txBody>
      </p:sp>
      <p:sp>
        <p:nvSpPr>
          <p:cNvPr id="86" name="Shape 84"/>
          <p:cNvSpPr/>
          <p:nvPr/>
        </p:nvSpPr>
        <p:spPr>
          <a:xfrm>
            <a:off x="7726680" y="2807208"/>
            <a:ext cx="566928" cy="164592"/>
          </a:xfrm>
          <a:prstGeom prst="rect">
            <a:avLst/>
          </a:prstGeom>
          <a:solidFill>
            <a:srgbClr val="F8FAFC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7763256" y="2830068"/>
            <a:ext cx="493776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sz="640" dirty="0"/>
          </a:p>
        </p:txBody>
      </p:sp>
      <p:sp>
        <p:nvSpPr>
          <p:cNvPr id="88" name="Shape 86"/>
          <p:cNvSpPr/>
          <p:nvPr/>
        </p:nvSpPr>
        <p:spPr>
          <a:xfrm>
            <a:off x="8293608" y="2807208"/>
            <a:ext cx="713232" cy="164592"/>
          </a:xfrm>
          <a:prstGeom prst="rect">
            <a:avLst/>
          </a:prstGeom>
          <a:solidFill>
            <a:srgbClr val="F8FAFC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8330184" y="2830068"/>
            <a:ext cx="64008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REPORTED</a:t>
            </a:r>
            <a:endParaRPr lang="en-US" sz="640" dirty="0"/>
          </a:p>
        </p:txBody>
      </p:sp>
      <p:sp>
        <p:nvSpPr>
          <p:cNvPr id="90" name="Shape 88"/>
          <p:cNvSpPr/>
          <p:nvPr/>
        </p:nvSpPr>
        <p:spPr>
          <a:xfrm>
            <a:off x="9006840" y="2807208"/>
            <a:ext cx="914400" cy="164592"/>
          </a:xfrm>
          <a:prstGeom prst="rect">
            <a:avLst/>
          </a:prstGeom>
          <a:solidFill>
            <a:srgbClr val="F8FAFC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9043416" y="2830068"/>
            <a:ext cx="84124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none -~-</a:t>
            </a:r>
            <a:endParaRPr lang="en-US" sz="640" dirty="0"/>
          </a:p>
        </p:txBody>
      </p:sp>
      <p:sp>
        <p:nvSpPr>
          <p:cNvPr id="92" name="Shape 90"/>
          <p:cNvSpPr/>
          <p:nvPr/>
        </p:nvSpPr>
        <p:spPr>
          <a:xfrm>
            <a:off x="320040" y="2971800"/>
            <a:ext cx="1783080" cy="164592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356616" y="2994660"/>
            <a:ext cx="170992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4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VTH</a:t>
            </a:r>
            <a:endParaRPr lang="en-US" sz="640" dirty="0"/>
          </a:p>
        </p:txBody>
      </p:sp>
      <p:sp>
        <p:nvSpPr>
          <p:cNvPr id="94" name="Shape 92"/>
          <p:cNvSpPr/>
          <p:nvPr/>
        </p:nvSpPr>
        <p:spPr>
          <a:xfrm>
            <a:off x="2103120" y="2971800"/>
            <a:ext cx="1645920" cy="164592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2139696" y="2994660"/>
            <a:ext cx="157276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VTH</a:t>
            </a:r>
            <a:endParaRPr lang="en-US" sz="640" dirty="0"/>
          </a:p>
        </p:txBody>
      </p:sp>
      <p:sp>
        <p:nvSpPr>
          <p:cNvPr id="96" name="Shape 94"/>
          <p:cNvSpPr/>
          <p:nvPr/>
        </p:nvSpPr>
        <p:spPr>
          <a:xfrm>
            <a:off x="3749040" y="2971800"/>
            <a:ext cx="1234440" cy="164592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3785616" y="2994660"/>
            <a:ext cx="116128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1(35pt), 2(35pt)</a:t>
            </a:r>
            <a:endParaRPr lang="en-US" sz="640" dirty="0"/>
          </a:p>
        </p:txBody>
      </p:sp>
      <p:sp>
        <p:nvSpPr>
          <p:cNvPr id="98" name="Shape 96"/>
          <p:cNvSpPr/>
          <p:nvPr/>
        </p:nvSpPr>
        <p:spPr>
          <a:xfrm>
            <a:off x="4983480" y="2971800"/>
            <a:ext cx="914400" cy="164592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5020056" y="2994660"/>
            <a:ext cx="84124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0.5288</a:t>
            </a:r>
            <a:endParaRPr lang="en-US" sz="640" dirty="0"/>
          </a:p>
        </p:txBody>
      </p:sp>
      <p:sp>
        <p:nvSpPr>
          <p:cNvPr id="100" name="Shape 98"/>
          <p:cNvSpPr/>
          <p:nvPr/>
        </p:nvSpPr>
        <p:spPr>
          <a:xfrm>
            <a:off x="5897880" y="2971800"/>
            <a:ext cx="914400" cy="164592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5934456" y="2994660"/>
            <a:ext cx="84124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0.5216</a:t>
            </a:r>
            <a:endParaRPr lang="en-US" sz="640" dirty="0"/>
          </a:p>
        </p:txBody>
      </p:sp>
      <p:sp>
        <p:nvSpPr>
          <p:cNvPr id="102" name="Shape 100"/>
          <p:cNvSpPr/>
          <p:nvPr/>
        </p:nvSpPr>
        <p:spPr>
          <a:xfrm>
            <a:off x="6812280" y="2971800"/>
            <a:ext cx="914400" cy="164592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6848856" y="2994660"/>
            <a:ext cx="84124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0.5360</a:t>
            </a:r>
            <a:endParaRPr lang="en-US" sz="640" dirty="0"/>
          </a:p>
        </p:txBody>
      </p:sp>
      <p:sp>
        <p:nvSpPr>
          <p:cNvPr id="104" name="Shape 102"/>
          <p:cNvSpPr/>
          <p:nvPr/>
        </p:nvSpPr>
        <p:spPr>
          <a:xfrm>
            <a:off x="7726680" y="2971800"/>
            <a:ext cx="566928" cy="164592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7763256" y="2994660"/>
            <a:ext cx="493776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sz="640" dirty="0"/>
          </a:p>
        </p:txBody>
      </p:sp>
      <p:sp>
        <p:nvSpPr>
          <p:cNvPr id="106" name="Shape 104"/>
          <p:cNvSpPr/>
          <p:nvPr/>
        </p:nvSpPr>
        <p:spPr>
          <a:xfrm>
            <a:off x="8293608" y="2971800"/>
            <a:ext cx="713232" cy="164592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8330184" y="2994660"/>
            <a:ext cx="64008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REPORTED</a:t>
            </a:r>
            <a:endParaRPr lang="en-US" sz="640" dirty="0"/>
          </a:p>
        </p:txBody>
      </p:sp>
      <p:sp>
        <p:nvSpPr>
          <p:cNvPr id="108" name="Shape 106"/>
          <p:cNvSpPr/>
          <p:nvPr/>
        </p:nvSpPr>
        <p:spPr>
          <a:xfrm>
            <a:off x="9006840" y="2971800"/>
            <a:ext cx="914400" cy="164592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9043416" y="2994660"/>
            <a:ext cx="84124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none -~-</a:t>
            </a:r>
            <a:endParaRPr lang="en-US" sz="64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flow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ET Measurement Report</dc:title>
  <dc:subject>ET item report</dc:subject>
  <dc:creator>flow ET Report</dc:creator>
  <cp:lastModifiedBy>flow ET Report</cp:lastModifiedBy>
  <cp:revision>1</cp:revision>
  <dcterms:created xsi:type="dcterms:W3CDTF">2026-04-29T13:52:42Z</dcterms:created>
  <dcterms:modified xsi:type="dcterms:W3CDTF">2026-04-29T13:52:42Z</dcterms:modified>
</cp:coreProperties>
</file>