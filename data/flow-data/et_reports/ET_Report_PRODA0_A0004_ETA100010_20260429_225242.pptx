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Measurement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097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2026-04-29T22:52:42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측정이력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측정시간 2024-04-26T06:19:00   Step Seq 1(140pt), 2(140pt)   Request REQ-A0004-19-1, REQ-A0004-20-1, REQ-A0004-21-1, REQ-A0004-22-1, REQ-A0004-23-1, REQ-A0004-24-1, REQ-A0004-25-1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418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992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A0004C.2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566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M0_DC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140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178308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2286000"/>
            <a:ext cx="1709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103120" y="2240280"/>
            <a:ext cx="164592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286000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749040" y="2240280"/>
            <a:ext cx="123444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286000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Seq/PT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9834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8978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122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726680" y="2240280"/>
            <a:ext cx="566928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2286000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293608" y="2240280"/>
            <a:ext cx="713232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28600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00684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4341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20040" y="2478024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" y="2500884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2103120" y="2478024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9696" y="2500884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3749040" y="2478024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85616" y="2500884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9834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0.2288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8978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44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0.2216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68122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0.2360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7726680" y="2478024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63256" y="2500884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8293608" y="2478024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0184" y="2500884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900684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4341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320040" y="2642616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2665476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103120" y="2642616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39696" y="2665476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3749040" y="2642616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85616" y="2665476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49834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00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0.2988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58978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344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0.2916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68122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488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0.3060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7726680" y="2642616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63256" y="2665476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70" name="Shape 68"/>
          <p:cNvSpPr/>
          <p:nvPr/>
        </p:nvSpPr>
        <p:spPr>
          <a:xfrm>
            <a:off x="8293608" y="2642616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0184" y="2665476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900684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4341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74" name="Shape 72"/>
          <p:cNvSpPr/>
          <p:nvPr/>
        </p:nvSpPr>
        <p:spPr>
          <a:xfrm>
            <a:off x="320040" y="2807208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2830068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2103120" y="2807208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39696" y="2830068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3749040" y="2807208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85616" y="2830068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49834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00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0.3688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58978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344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0.3616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68122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488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0.3760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7726680" y="2807208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63256" y="2830068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88" name="Shape 86"/>
          <p:cNvSpPr/>
          <p:nvPr/>
        </p:nvSpPr>
        <p:spPr>
          <a:xfrm>
            <a:off x="8293608" y="2807208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0184" y="2830068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90" name="Shape 88"/>
          <p:cNvSpPr/>
          <p:nvPr/>
        </p:nvSpPr>
        <p:spPr>
          <a:xfrm>
            <a:off x="900684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4341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320040" y="2971800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6616" y="2994660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94" name="Shape 92"/>
          <p:cNvSpPr/>
          <p:nvPr/>
        </p:nvSpPr>
        <p:spPr>
          <a:xfrm>
            <a:off x="2103120" y="2971800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39696" y="2994660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3749040" y="2971800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85616" y="2994660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49834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00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0.4388</a:t>
            </a:r>
            <a:endParaRPr lang="en-US" sz="640" dirty="0"/>
          </a:p>
        </p:txBody>
      </p:sp>
      <p:sp>
        <p:nvSpPr>
          <p:cNvPr id="100" name="Shape 98"/>
          <p:cNvSpPr/>
          <p:nvPr/>
        </p:nvSpPr>
        <p:spPr>
          <a:xfrm>
            <a:off x="58978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344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0.4316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68122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488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0.4460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7726680" y="2971800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63256" y="2994660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106" name="Shape 104"/>
          <p:cNvSpPr/>
          <p:nvPr/>
        </p:nvSpPr>
        <p:spPr>
          <a:xfrm>
            <a:off x="8293608" y="2971800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30184" y="2994660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108" name="Shape 106"/>
          <p:cNvSpPr/>
          <p:nvPr/>
        </p:nvSpPr>
        <p:spPr>
          <a:xfrm>
            <a:off x="900684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04341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Measurement Report</dc:title>
  <dc:subject>ET item report</dc:subject>
  <dc:creator>flow ET Report</dc:creator>
  <cp:lastModifiedBy>flow ET Report</cp:lastModifiedBy>
  <cp:revision>1</cp:revision>
  <dcterms:created xsi:type="dcterms:W3CDTF">2026-04-29T13:52:44Z</dcterms:created>
  <dcterms:modified xsi:type="dcterms:W3CDTF">2026-04-29T13:52:44Z</dcterms:modified>
</cp:coreProperties>
</file>