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2026-04-27T00:04:14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RAW_IDSAT · 6000 points · 1200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0.4477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0.1231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0.4477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0.4477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0.1231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0.2694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0.3077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0.4477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0.5877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2033" y="2487168"/>
            <a:ext cx="94298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2033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53445" y="2167128"/>
            <a:ext cx="740161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23525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0.2694   q1 0.3077   med 0.4477   q3 0.5877   max 0.6260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286" name="Shape 28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0.6340</a:t>
            </a:r>
            <a:endParaRPr lang="en-US" sz="650" dirty="0"/>
          </a:p>
        </p:txBody>
      </p:sp>
      <p:sp>
        <p:nvSpPr>
          <p:cNvPr id="293" name="Text 29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0.2546</a:t>
            </a:r>
            <a:endParaRPr lang="en-US" sz="650" dirty="0"/>
          </a:p>
        </p:txBody>
      </p:sp>
      <p:sp>
        <p:nvSpPr>
          <p:cNvPr id="294" name="Text 29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295" name="Text 29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296" name="Shape 294"/>
          <p:cNvSpPr/>
          <p:nvPr/>
        </p:nvSpPr>
        <p:spPr>
          <a:xfrm>
            <a:off x="8677656" y="2747733"/>
            <a:ext cx="179653" cy="-1670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8857309" y="2731027"/>
            <a:ext cx="179653" cy="-37106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036961" y="2359959"/>
            <a:ext cx="179653" cy="417135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216614" y="2777094"/>
            <a:ext cx="179653" cy="-368537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396267" y="2408557"/>
            <a:ext cx="179653" cy="-59229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575920" y="2349328"/>
            <a:ext cx="179653" cy="506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55572" y="2354391"/>
            <a:ext cx="179653" cy="3493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935225" y="2389321"/>
            <a:ext cx="179653" cy="303233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114878" y="2692554"/>
            <a:ext cx="179653" cy="-73353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294530" y="1959023"/>
            <a:ext cx="179653" cy="38473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474183" y="2343760"/>
            <a:ext cx="179653" cy="442953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653836" y="2786713"/>
            <a:ext cx="179653" cy="-1721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833488" y="2769501"/>
            <a:ext cx="179653" cy="-40296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1013141" y="2366540"/>
            <a:ext cx="179653" cy="-3594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1192794" y="2330598"/>
            <a:ext cx="179653" cy="-2075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1372447" y="2309842"/>
            <a:ext cx="179653" cy="85553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1552099" y="2395395"/>
            <a:ext cx="179653" cy="-412579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645652" y="271572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825305" y="269902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004957" y="2327955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184610" y="274509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364263" y="2376553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543916" y="231732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723568" y="232238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03221" y="235731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082874" y="266055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2625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442179" y="231175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621832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801484" y="273749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81137" y="233453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160790" y="229859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340443" y="227783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520095" y="236339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699748" y="1950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0.6545</a:t>
            </a:r>
            <a:endParaRPr lang="en-US" sz="650" dirty="0"/>
          </a:p>
        </p:txBody>
      </p:sp>
      <p:sp>
        <p:nvSpPr>
          <p:cNvPr id="340" name="Text 338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0.2409</a:t>
            </a:r>
            <a:endParaRPr lang="en-US" sz="650" dirty="0"/>
          </a:p>
        </p:txBody>
      </p:sp>
      <p:sp>
        <p:nvSpPr>
          <p:cNvPr id="341" name="Text 339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342" name="Text 340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343" name="Shape 341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697980" y="57886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697980" y="5091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697980" y="430584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756916" y="58103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697980" y="576399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756916" y="506696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697980" y="428120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697980" y="57856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697980" y="507386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697980" y="504231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697980" y="43304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697980" y="576103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697980" y="506400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697980" y="50176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756916" y="430584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697980" y="573638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756916" y="50393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697980" y="49930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697980" y="428120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697980" y="58103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697980" y="50393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697980" y="43275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697980" y="428120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2756916" y="578568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697980" y="50147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2756916" y="430289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697980" y="425655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2756916" y="577582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697980" y="499006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697980" y="427824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697980" y="578272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697980" y="57511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697980" y="50393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697980" y="42535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756916" y="57580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697980" y="57265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2756916" y="50147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697980" y="422894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756916" y="57482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6697980" y="57265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6697980" y="50147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6697980" y="430289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6697980" y="57482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6697980" y="50363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6697980" y="499006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2756916" y="4278243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6697980" y="572356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756916" y="501175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697980" y="496541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2756916" y="426838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697980" y="569892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697980" y="498710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697980" y="427528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697980" y="424373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6697980" y="57482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6697980" y="49624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56916" y="42506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6697980" y="421909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2756916" y="572356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6697980" y="49624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6697980" y="42506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697980" y="421909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697980" y="572356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697980" y="501175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6697980" y="4240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6697980" y="574525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6697980" y="569892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2756916" y="498710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6697980" y="421613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2756916" y="572061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6697980" y="56742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6697980" y="49624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6697980" y="419148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6697980" y="56959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6697980" y="4984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6697980" y="49525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6697980" y="4240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6697980" y="5671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756916" y="49594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6697980" y="49525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2756916" y="4240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6697980" y="5671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6697980" y="49594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6697980" y="4927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6697980" y="421613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6697980" y="572061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6697980" y="49496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6697980" y="423782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697980" y="419148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2756916" y="569596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697980" y="49249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2756916" y="42131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6697980" y="416683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6697980" y="5671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697980" y="4900345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697980" y="41885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6697980" y="56930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6697980" y="56614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6697980" y="49496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6697980" y="418852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756916" y="569300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6697980" y="56614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756916" y="49496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6697980" y="41638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6697980" y="566835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6697980" y="563681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6697980" y="4924992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6697980" y="4213174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6697980" y="5643711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455" name="Shape 453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461" name="Text 459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462" name="Text 460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463" name="Text 461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464" name="Text 462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465" name="Shape 463"/>
          <p:cNvSpPr/>
          <p:nvPr/>
        </p:nvSpPr>
        <p:spPr>
          <a:xfrm>
            <a:off x="7875191" y="5975807"/>
            <a:ext cx="6609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7941282" y="5953150"/>
            <a:ext cx="28038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7969320" y="5930494"/>
            <a:ext cx="2203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7991350" y="5907837"/>
            <a:ext cx="18025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009375" y="5885180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023394" y="5862523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039416" y="5839866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053435" y="5817210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065452" y="5794553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079471" y="5771896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093490" y="5749239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107509" y="5726582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8119526" y="5703926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8133545" y="5681269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8147564" y="565861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8161583" y="5635955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8173600" y="561329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8187619" y="559064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8201638" y="5567985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8215657" y="5545328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8227674" y="5522671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8241693" y="550001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8255712" y="547735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8269731" y="5454701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8283751" y="543204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8297770" y="5409387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8313792" y="5386730"/>
            <a:ext cx="18025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8331816" y="5364074"/>
            <a:ext cx="2203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8353847" y="5341417"/>
            <a:ext cx="34047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8387893" y="5318760"/>
            <a:ext cx="1025404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413297" y="5296103"/>
            <a:ext cx="42058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455355" y="5273446"/>
            <a:ext cx="24033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479388" y="5250790"/>
            <a:ext cx="20027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499415" y="5228133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515437" y="5205476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531459" y="5182819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545478" y="516016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559498" y="5137506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573517" y="5114849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585533" y="509219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599552" y="5069535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613572" y="504687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627591" y="5024222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639607" y="5001565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653626" y="497890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667646" y="4956251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681665" y="4933594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693681" y="491093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707700" y="4888281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721720" y="486562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735739" y="4842967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747755" y="4820310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761774" y="479765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775794" y="4774997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789813" y="4752340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805835" y="4729683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821857" y="4707026"/>
            <a:ext cx="20027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841884" y="4684370"/>
            <a:ext cx="24033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865917" y="4661713"/>
            <a:ext cx="42058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907975" y="4639056"/>
            <a:ext cx="1025404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10933379" y="4616399"/>
            <a:ext cx="34047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0967425" y="4593742"/>
            <a:ext cx="2203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10989456" y="4571086"/>
            <a:ext cx="18025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11007480" y="4548429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11023502" y="452577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1037521" y="4503115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11051541" y="448045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1065560" y="4457802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11079579" y="4435145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1093598" y="4412488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1105615" y="4389831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1119634" y="436717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1133653" y="4344518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1147672" y="4321861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1159689" y="4299204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1173708" y="4276547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1187727" y="4253890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1201746" y="4231234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1213763" y="4208577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1227782" y="4185920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1241801" y="4163263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1255820" y="4140606"/>
            <a:ext cx="12016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1267837" y="4117950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1281856" y="4095293"/>
            <a:ext cx="16022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1297878" y="4072636"/>
            <a:ext cx="14019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1311897" y="4049979"/>
            <a:ext cx="18025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1329922" y="4027322"/>
            <a:ext cx="2203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1351952" y="4004666"/>
            <a:ext cx="28038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1379990" y="3982009"/>
            <a:ext cx="66090" cy="-22657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Item Report</dc:title>
  <dc:subject>ET item report</dc:subject>
  <dc:creator>flow ET Report</dc:creator>
  <cp:lastModifiedBy>flow ET Report</cp:lastModifiedBy>
  <cp:revision>1</cp:revision>
  <dcterms:created xsi:type="dcterms:W3CDTF">2026-04-26T15:04:17Z</dcterms:created>
  <dcterms:modified xsi:type="dcterms:W3CDTF">2026-04-26T15:04:17Z</dcterms:modified>
</cp:coreProperties>
</file>