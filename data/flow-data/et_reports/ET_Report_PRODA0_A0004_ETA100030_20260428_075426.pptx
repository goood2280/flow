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2026-04-28T07:54:26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RAW_IDSAT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5682" y="2487168"/>
            <a:ext cx="3933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5682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5243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5350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0.5916   q1 0.5951   med 0.5988   q3 0.6025   max 0.6060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2026-04-28T07:54:26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RAW_IOFF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9755" y="2487168"/>
            <a:ext cx="35263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9755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8326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7386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0.6616   q1 0.6651   med 0.6688   q3 0.6725   max 0.6760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2026-04-28T07:54:26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RAW_RINGOSC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63064" y="2487168"/>
            <a:ext cx="3195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63064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0830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9041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0.7316   q1 0.7351   med 0.7388   q3 0.7425   max 0.7460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2026-04-28T07:54:26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RAW_VTH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0545" y="2487168"/>
            <a:ext cx="44473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0545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1354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781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0.5216   q1 0.5251   med 0.5288   q3 0.5325   max 0.5360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Item Report</dc:title>
  <dc:subject>ET item report</dc:subject>
  <dc:creator>flow ET Report</dc:creator>
  <cp:lastModifiedBy>flow ET Report</cp:lastModifiedBy>
  <cp:revision>1</cp:revision>
  <dcterms:created xsi:type="dcterms:W3CDTF">2026-04-27T22:54:27Z</dcterms:created>
  <dcterms:modified xsi:type="dcterms:W3CDTF">2026-04-27T22:54:27Z</dcterms:modified>
</cp:coreProperties>
</file>