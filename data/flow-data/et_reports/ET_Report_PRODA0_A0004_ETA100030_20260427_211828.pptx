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 Item Report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377440" y="10972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PRODA0 · A0004 · A0004C.2 · ETA100030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89720" y="1097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2026-04-27T21:18:28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6032" y="65836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IDSAT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9875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RAW_IDSAT · 70 points · 14 package(s)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3796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1111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701344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0.5988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86384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3699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833932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0.004349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18972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6287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966520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0.5988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51560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8875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099108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1389888"/>
            <a:ext cx="1874520" cy="498348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463040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Statistical Table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1719072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1737360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216152" y="1737360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2224024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242312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216152" y="2242312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0.5988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2728976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747264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216152" y="2747264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0.004349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3233928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252216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216152" y="3252216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0.5916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3738880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757168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216152" y="3757168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0.5951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4243832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262120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216152" y="4262120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0.5988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65760" y="4748784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767072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216152" y="4767072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0.6025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65760" y="5253736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5272024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216152" y="5272024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0.6060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65760" y="5758688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5776976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P95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216152" y="5776976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0.6054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304288" y="1389888"/>
            <a:ext cx="283464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14016" y="1463040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Box Plot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555682" y="2487168"/>
            <a:ext cx="39336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55682" y="2231136"/>
            <a:ext cx="0" cy="51206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95018" y="2231136"/>
            <a:ext cx="0" cy="51206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65243" y="2167128"/>
            <a:ext cx="45720" cy="640080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75350" y="2103120"/>
            <a:ext cx="0" cy="768096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939638" y="2167128"/>
            <a:ext cx="0" cy="141732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802478" y="201168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LSL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2939638" y="2167128"/>
            <a:ext cx="0" cy="141732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802478" y="201168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USL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2505456" y="2944368"/>
            <a:ext cx="2432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 0.5916   q1 0.5951   med 0.5988   q3 0.6025   max 0.6060</a:t>
            </a:r>
            <a:endParaRPr lang="en-US" sz="720" dirty="0"/>
          </a:p>
        </p:txBody>
      </p:sp>
      <p:sp>
        <p:nvSpPr>
          <p:cNvPr id="61" name="Shape 59"/>
          <p:cNvSpPr/>
          <p:nvPr/>
        </p:nvSpPr>
        <p:spPr>
          <a:xfrm>
            <a:off x="5321808" y="1389888"/>
            <a:ext cx="269748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31536" y="1463040"/>
            <a:ext cx="2478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WF Map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577840" y="1773936"/>
            <a:ext cx="2185416" cy="1188720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202168" y="1389888"/>
            <a:ext cx="3730752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8311896" y="1463040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</a:t>
            </a:r>
            <a:endParaRPr lang="en-US" sz="900" dirty="0"/>
          </a:p>
        </p:txBody>
      </p:sp>
      <p:sp>
        <p:nvSpPr>
          <p:cNvPr id="136" name="Shape 134"/>
          <p:cNvSpPr/>
          <p:nvPr/>
        </p:nvSpPr>
        <p:spPr>
          <a:xfrm>
            <a:off x="8677656" y="2852928"/>
            <a:ext cx="305409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677656" y="1892808"/>
            <a:ext cx="0" cy="9601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677656" y="285292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677656" y="253288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677656" y="221284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677656" y="189280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8330184" y="186537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0.6002</a:t>
            </a:r>
            <a:endParaRPr lang="en-US" sz="650" dirty="0"/>
          </a:p>
        </p:txBody>
      </p:sp>
      <p:sp>
        <p:nvSpPr>
          <p:cNvPr id="143" name="Text 141"/>
          <p:cNvSpPr/>
          <p:nvPr/>
        </p:nvSpPr>
        <p:spPr>
          <a:xfrm>
            <a:off x="8330184" y="277977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0.5974</a:t>
            </a:r>
            <a:endParaRPr lang="en-US" sz="650" dirty="0"/>
          </a:p>
        </p:txBody>
      </p:sp>
      <p:sp>
        <p:nvSpPr>
          <p:cNvPr id="144" name="Text 142"/>
          <p:cNvSpPr/>
          <p:nvPr/>
        </p:nvSpPr>
        <p:spPr>
          <a:xfrm>
            <a:off x="11000232" y="290779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650" dirty="0"/>
          </a:p>
        </p:txBody>
      </p:sp>
      <p:sp>
        <p:nvSpPr>
          <p:cNvPr id="145" name="Text 143"/>
          <p:cNvSpPr/>
          <p:nvPr/>
        </p:nvSpPr>
        <p:spPr>
          <a:xfrm>
            <a:off x="8659368" y="1691640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650" dirty="0"/>
          </a:p>
        </p:txBody>
      </p:sp>
      <p:sp>
        <p:nvSpPr>
          <p:cNvPr id="146" name="Shape 144"/>
          <p:cNvSpPr/>
          <p:nvPr/>
        </p:nvSpPr>
        <p:spPr>
          <a:xfrm>
            <a:off x="8677656" y="2372868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8912586" y="2372868"/>
            <a:ext cx="234930" cy="-137948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9147517" y="2234920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9382447" y="2234920"/>
            <a:ext cx="234930" cy="-137948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9617378" y="2096971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9852308" y="2096971"/>
            <a:ext cx="234930" cy="689741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0087239" y="2786713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10322169" y="2786713"/>
            <a:ext cx="234930" cy="-82769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10557100" y="1959023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0792030" y="1959023"/>
            <a:ext cx="234930" cy="689741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1026961" y="2648765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1261891" y="2648765"/>
            <a:ext cx="234930" cy="-137948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11496822" y="2510816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8645652" y="2340864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880582" y="2340864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9115513" y="2202916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9350443" y="2202916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9585374" y="2064967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9820304" y="2064967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0055235" y="2754709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0290165" y="2754709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0525096" y="1927019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0760026" y="1927019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994957" y="2616761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1229887" y="2616761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11464818" y="2478812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11699748" y="2478812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2304288" y="3456432"/>
            <a:ext cx="4617720" cy="2907792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2414016" y="3529584"/>
            <a:ext cx="4398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Radius Plot</a:t>
            </a:r>
            <a:endParaRPr lang="en-US" sz="900" dirty="0"/>
          </a:p>
        </p:txBody>
      </p:sp>
      <p:sp>
        <p:nvSpPr>
          <p:cNvPr id="175" name="Shape 173"/>
          <p:cNvSpPr/>
          <p:nvPr/>
        </p:nvSpPr>
        <p:spPr>
          <a:xfrm>
            <a:off x="2779776" y="5998464"/>
            <a:ext cx="394106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2779776" y="3959352"/>
            <a:ext cx="0" cy="203911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2779776" y="5998464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2779776" y="5318760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2779776" y="4639056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2779776" y="3959352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2432304" y="393192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0.6072</a:t>
            </a:r>
            <a:endParaRPr lang="en-US" sz="650" dirty="0"/>
          </a:p>
        </p:txBody>
      </p:sp>
      <p:sp>
        <p:nvSpPr>
          <p:cNvPr id="182" name="Text 180"/>
          <p:cNvSpPr/>
          <p:nvPr/>
        </p:nvSpPr>
        <p:spPr>
          <a:xfrm>
            <a:off x="2432304" y="5925312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0.5904</a:t>
            </a:r>
            <a:endParaRPr lang="en-US" sz="650" dirty="0"/>
          </a:p>
        </p:txBody>
      </p:sp>
      <p:sp>
        <p:nvSpPr>
          <p:cNvPr id="183" name="Text 181"/>
          <p:cNvSpPr/>
          <p:nvPr/>
        </p:nvSpPr>
        <p:spPr>
          <a:xfrm>
            <a:off x="5989320" y="605332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radius</a:t>
            </a:r>
            <a:endParaRPr lang="en-US" sz="650" dirty="0"/>
          </a:p>
        </p:txBody>
      </p:sp>
      <p:sp>
        <p:nvSpPr>
          <p:cNvPr id="184" name="Text 182"/>
          <p:cNvSpPr/>
          <p:nvPr/>
        </p:nvSpPr>
        <p:spPr>
          <a:xfrm>
            <a:off x="2761488" y="375818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650" dirty="0"/>
          </a:p>
        </p:txBody>
      </p:sp>
      <p:sp>
        <p:nvSpPr>
          <p:cNvPr id="185" name="Shape 183"/>
          <p:cNvSpPr/>
          <p:nvPr/>
        </p:nvSpPr>
        <p:spPr>
          <a:xfrm>
            <a:off x="6697980" y="583497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2756916" y="546875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697980" y="510253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697980" y="473631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697980" y="437009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697980" y="583497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2756916" y="546875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697980" y="510253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697980" y="473631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6697980" y="437009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6697980" y="578614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2756916" y="541992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6697980" y="505370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6697980" y="468748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6697980" y="432126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6697980" y="578614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2756916" y="541992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6697980" y="505370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697980" y="468748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6697980" y="432126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6697980" y="573731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2756916" y="537109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6697980" y="500487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6697980" y="463865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6697980" y="427243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6697980" y="573731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2756916" y="537109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6697980" y="500487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6697980" y="463865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6697980" y="427243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6697980" y="568848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2756916" y="532226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6697980" y="495604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6697980" y="458982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6697980" y="422360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6697980" y="568848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2756916" y="532226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6697980" y="495604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6697980" y="458982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6697980" y="422360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6697980" y="563965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2756916" y="527343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6697980" y="490721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6697980" y="454099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6697980" y="417477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6697980" y="563965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2756916" y="527343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6697980" y="490721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6697980" y="454099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6697980" y="417477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6697980" y="559082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2756916" y="522460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6697980" y="485838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6697980" y="449217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6697980" y="412595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6697980" y="559082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2756916" y="522460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6697980" y="485838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6697980" y="449217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6697980" y="412595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6697980" y="554200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2756916" y="517578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6697980" y="480956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6697980" y="444334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6697980" y="407712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6697980" y="554200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2756916" y="517578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6697980" y="480956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6697980" y="444334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6697980" y="407712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7114032" y="3456432"/>
            <a:ext cx="4818888" cy="2907792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7223760" y="3529584"/>
            <a:ext cx="4599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Cumulative Plot</a:t>
            </a:r>
            <a:endParaRPr lang="en-US" sz="900" dirty="0"/>
          </a:p>
        </p:txBody>
      </p:sp>
      <p:sp>
        <p:nvSpPr>
          <p:cNvPr id="257" name="Shape 255"/>
          <p:cNvSpPr/>
          <p:nvPr/>
        </p:nvSpPr>
        <p:spPr>
          <a:xfrm>
            <a:off x="7589520" y="5998464"/>
            <a:ext cx="414223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7589520" y="3959352"/>
            <a:ext cx="0" cy="203911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7589520" y="5998464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7589520" y="5318760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7589520" y="4639056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7589520" y="3959352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7242048" y="393192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1.000</a:t>
            </a:r>
            <a:endParaRPr lang="en-US" sz="650" dirty="0"/>
          </a:p>
        </p:txBody>
      </p:sp>
      <p:sp>
        <p:nvSpPr>
          <p:cNvPr id="264" name="Text 262"/>
          <p:cNvSpPr/>
          <p:nvPr/>
        </p:nvSpPr>
        <p:spPr>
          <a:xfrm>
            <a:off x="7242048" y="5925312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</a:t>
            </a:r>
            <a:endParaRPr lang="en-US" sz="650" dirty="0"/>
          </a:p>
        </p:txBody>
      </p:sp>
      <p:sp>
        <p:nvSpPr>
          <p:cNvPr id="265" name="Text 263"/>
          <p:cNvSpPr/>
          <p:nvPr/>
        </p:nvSpPr>
        <p:spPr>
          <a:xfrm>
            <a:off x="11000232" y="605332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650" dirty="0"/>
          </a:p>
        </p:txBody>
      </p:sp>
      <p:sp>
        <p:nvSpPr>
          <p:cNvPr id="266" name="Text 264"/>
          <p:cNvSpPr/>
          <p:nvPr/>
        </p:nvSpPr>
        <p:spPr>
          <a:xfrm>
            <a:off x="7571232" y="375818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cdf</a:t>
            </a:r>
            <a:endParaRPr lang="en-US" sz="650" dirty="0"/>
          </a:p>
        </p:txBody>
      </p:sp>
      <p:sp>
        <p:nvSpPr>
          <p:cNvPr id="267" name="Shape 265"/>
          <p:cNvSpPr/>
          <p:nvPr/>
        </p:nvSpPr>
        <p:spPr>
          <a:xfrm>
            <a:off x="7875191" y="5969334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7875191" y="5940204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7974383" y="591107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7974383" y="588194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8073574" y="585281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8073574" y="582368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8172765" y="579455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8172765" y="576542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8271957" y="5736292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8271957" y="5707162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8371148" y="5678032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8371148" y="5648902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8470339" y="5619772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8470339" y="5590642"/>
            <a:ext cx="148787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8619127" y="5561511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8619127" y="5532381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8718318" y="5503251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8718318" y="5474121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8817509" y="5444991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8817509" y="5415861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8916701" y="5386730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8916701" y="5357600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9015892" y="5328470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9015892" y="5299340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9115083" y="5270210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9115083" y="5241080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9214275" y="5211949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9214275" y="5182819"/>
            <a:ext cx="148787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9363062" y="5153689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9363062" y="5124559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9462253" y="5095429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9462253" y="5066299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9561445" y="5037168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9561445" y="5008038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9660636" y="4978908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9660636" y="4949778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9759827" y="4920648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9759827" y="4891517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9859019" y="4862387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9859019" y="4833257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9958210" y="4804127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9958210" y="4774997"/>
            <a:ext cx="148787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10106997" y="4745867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10106997" y="4716736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10206189" y="4687606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10206189" y="4658476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10305380" y="4629346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10305380" y="4600216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10404571" y="4571086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10404571" y="4541955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10503763" y="4512825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10503763" y="4483695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10602954" y="4454565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10602954" y="4425435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10702145" y="4396305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10702145" y="4367174"/>
            <a:ext cx="148787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10850933" y="4338044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10850933" y="4308914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10950124" y="4279784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10950124" y="4250654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11049315" y="4221524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11049315" y="419239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11148507" y="416326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11148507" y="413413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11247698" y="410500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11247698" y="407587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11346889" y="404674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11346889" y="4017612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11446081" y="3988482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 Item Report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377440" y="10972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PRODA0 · A0004 · A0004C.2 · ETA100030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89720" y="1097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2026-04-27T21:18:28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6032" y="65836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IOFF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9875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RAW_IOFF · 70 points · 14 package(s)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3796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1111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701344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0.6688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86384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3699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833932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0.004349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18972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6287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966520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0.6688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51560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8875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099108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1389888"/>
            <a:ext cx="1874520" cy="498348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463040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Statistical Table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1719072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1737360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216152" y="1737360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2224024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242312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216152" y="2242312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0.6688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2728976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747264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216152" y="2747264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0.004349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3233928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252216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216152" y="3252216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0.6616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3738880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757168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216152" y="3757168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0.6651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4243832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262120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216152" y="4262120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0.6688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65760" y="4748784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767072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216152" y="4767072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0.6725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65760" y="5253736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5272024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216152" y="5272024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0.6760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65760" y="5758688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5776976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P95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216152" y="5776976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0.6754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304288" y="1389888"/>
            <a:ext cx="283464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14016" y="1463040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Box Plot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559755" y="2487168"/>
            <a:ext cx="35263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59755" y="2231136"/>
            <a:ext cx="0" cy="51206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95018" y="2231136"/>
            <a:ext cx="0" cy="51206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68326" y="2167128"/>
            <a:ext cx="45720" cy="640080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77386" y="2103120"/>
            <a:ext cx="0" cy="768096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939638" y="2167128"/>
            <a:ext cx="0" cy="141732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802478" y="201168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LSL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2939638" y="2167128"/>
            <a:ext cx="0" cy="141732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802478" y="201168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USL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2505456" y="2944368"/>
            <a:ext cx="2432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 0.6616   q1 0.6651   med 0.6688   q3 0.6725   max 0.6760</a:t>
            </a:r>
            <a:endParaRPr lang="en-US" sz="720" dirty="0"/>
          </a:p>
        </p:txBody>
      </p:sp>
      <p:sp>
        <p:nvSpPr>
          <p:cNvPr id="61" name="Shape 59"/>
          <p:cNvSpPr/>
          <p:nvPr/>
        </p:nvSpPr>
        <p:spPr>
          <a:xfrm>
            <a:off x="5321808" y="1389888"/>
            <a:ext cx="269748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31536" y="1463040"/>
            <a:ext cx="2478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WF Map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577840" y="1773936"/>
            <a:ext cx="2185416" cy="1188720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202168" y="1389888"/>
            <a:ext cx="3730752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8311896" y="1463040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</a:t>
            </a:r>
            <a:endParaRPr lang="en-US" sz="900" dirty="0"/>
          </a:p>
        </p:txBody>
      </p:sp>
      <p:sp>
        <p:nvSpPr>
          <p:cNvPr id="136" name="Shape 134"/>
          <p:cNvSpPr/>
          <p:nvPr/>
        </p:nvSpPr>
        <p:spPr>
          <a:xfrm>
            <a:off x="8677656" y="2852928"/>
            <a:ext cx="305409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677656" y="1892808"/>
            <a:ext cx="0" cy="9601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677656" y="285292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677656" y="253288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677656" y="221284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677656" y="189280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8330184" y="186537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0.6702</a:t>
            </a:r>
            <a:endParaRPr lang="en-US" sz="650" dirty="0"/>
          </a:p>
        </p:txBody>
      </p:sp>
      <p:sp>
        <p:nvSpPr>
          <p:cNvPr id="143" name="Text 141"/>
          <p:cNvSpPr/>
          <p:nvPr/>
        </p:nvSpPr>
        <p:spPr>
          <a:xfrm>
            <a:off x="8330184" y="277977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0.6674</a:t>
            </a:r>
            <a:endParaRPr lang="en-US" sz="650" dirty="0"/>
          </a:p>
        </p:txBody>
      </p:sp>
      <p:sp>
        <p:nvSpPr>
          <p:cNvPr id="144" name="Text 142"/>
          <p:cNvSpPr/>
          <p:nvPr/>
        </p:nvSpPr>
        <p:spPr>
          <a:xfrm>
            <a:off x="11000232" y="290779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650" dirty="0"/>
          </a:p>
        </p:txBody>
      </p:sp>
      <p:sp>
        <p:nvSpPr>
          <p:cNvPr id="145" name="Text 143"/>
          <p:cNvSpPr/>
          <p:nvPr/>
        </p:nvSpPr>
        <p:spPr>
          <a:xfrm>
            <a:off x="8659368" y="1691640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650" dirty="0"/>
          </a:p>
        </p:txBody>
      </p:sp>
      <p:sp>
        <p:nvSpPr>
          <p:cNvPr id="146" name="Shape 144"/>
          <p:cNvSpPr/>
          <p:nvPr/>
        </p:nvSpPr>
        <p:spPr>
          <a:xfrm>
            <a:off x="8677656" y="2372868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8912586" y="2372868"/>
            <a:ext cx="234930" cy="-137948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9147517" y="2234920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9382447" y="2234920"/>
            <a:ext cx="234930" cy="-137948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9617378" y="2096971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9852308" y="2096971"/>
            <a:ext cx="234930" cy="689741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0087239" y="2786713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10322169" y="2786713"/>
            <a:ext cx="234930" cy="-82769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10557100" y="1959023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0792030" y="1959023"/>
            <a:ext cx="234930" cy="689741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1026961" y="2648765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1261891" y="2648765"/>
            <a:ext cx="234930" cy="-137948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11496822" y="2510816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8645652" y="2340864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880582" y="2340864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9115513" y="2202916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9350443" y="2202916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9585374" y="2064967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9820304" y="2064967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0055235" y="2754709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0290165" y="2754709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0525096" y="1927019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0760026" y="1927019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994957" y="2616761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1229887" y="2616761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11464818" y="2478812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11699748" y="2478812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2304288" y="3456432"/>
            <a:ext cx="4617720" cy="2907792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2414016" y="3529584"/>
            <a:ext cx="4398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Radius Plot</a:t>
            </a:r>
            <a:endParaRPr lang="en-US" sz="900" dirty="0"/>
          </a:p>
        </p:txBody>
      </p:sp>
      <p:sp>
        <p:nvSpPr>
          <p:cNvPr id="175" name="Shape 173"/>
          <p:cNvSpPr/>
          <p:nvPr/>
        </p:nvSpPr>
        <p:spPr>
          <a:xfrm>
            <a:off x="2779776" y="5998464"/>
            <a:ext cx="394106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2779776" y="3959352"/>
            <a:ext cx="0" cy="203911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2779776" y="5998464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2779776" y="5318760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2779776" y="4639056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2779776" y="3959352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2432304" y="393192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0.6772</a:t>
            </a:r>
            <a:endParaRPr lang="en-US" sz="650" dirty="0"/>
          </a:p>
        </p:txBody>
      </p:sp>
      <p:sp>
        <p:nvSpPr>
          <p:cNvPr id="182" name="Text 180"/>
          <p:cNvSpPr/>
          <p:nvPr/>
        </p:nvSpPr>
        <p:spPr>
          <a:xfrm>
            <a:off x="2432304" y="5925312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0.6604</a:t>
            </a:r>
            <a:endParaRPr lang="en-US" sz="650" dirty="0"/>
          </a:p>
        </p:txBody>
      </p:sp>
      <p:sp>
        <p:nvSpPr>
          <p:cNvPr id="183" name="Text 181"/>
          <p:cNvSpPr/>
          <p:nvPr/>
        </p:nvSpPr>
        <p:spPr>
          <a:xfrm>
            <a:off x="5989320" y="605332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radius</a:t>
            </a:r>
            <a:endParaRPr lang="en-US" sz="650" dirty="0"/>
          </a:p>
        </p:txBody>
      </p:sp>
      <p:sp>
        <p:nvSpPr>
          <p:cNvPr id="184" name="Text 182"/>
          <p:cNvSpPr/>
          <p:nvPr/>
        </p:nvSpPr>
        <p:spPr>
          <a:xfrm>
            <a:off x="2761488" y="375818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650" dirty="0"/>
          </a:p>
        </p:txBody>
      </p:sp>
      <p:sp>
        <p:nvSpPr>
          <p:cNvPr id="185" name="Shape 183"/>
          <p:cNvSpPr/>
          <p:nvPr/>
        </p:nvSpPr>
        <p:spPr>
          <a:xfrm>
            <a:off x="6697980" y="583497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2756916" y="546875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697980" y="510253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697980" y="473631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697980" y="437009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697980" y="583497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2756916" y="546875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697980" y="510253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697980" y="473631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6697980" y="437009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6697980" y="578614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2756916" y="541992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6697980" y="505370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6697980" y="468748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6697980" y="432126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6697980" y="578614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2756916" y="541992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6697980" y="505370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697980" y="468748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6697980" y="432126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6697980" y="573731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2756916" y="537109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6697980" y="500487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6697980" y="463865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6697980" y="427243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6697980" y="573731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2756916" y="537109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6697980" y="500487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6697980" y="463865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6697980" y="427243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6697980" y="568848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2756916" y="532226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6697980" y="495604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6697980" y="458982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6697980" y="422360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6697980" y="568848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2756916" y="532226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6697980" y="495604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6697980" y="458982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6697980" y="422360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6697980" y="563965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2756916" y="527343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6697980" y="490721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6697980" y="454099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6697980" y="417477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6697980" y="563965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2756916" y="527343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6697980" y="490721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6697980" y="454099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6697980" y="417477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6697980" y="559082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2756916" y="522460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6697980" y="485838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6697980" y="449217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6697980" y="412595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6697980" y="559082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2756916" y="522460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6697980" y="485838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6697980" y="449217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6697980" y="412595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6697980" y="554200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2756916" y="517578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6697980" y="480956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6697980" y="444334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6697980" y="407712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6697980" y="554200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2756916" y="517578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6697980" y="480956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6697980" y="444334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6697980" y="407712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7114032" y="3456432"/>
            <a:ext cx="4818888" cy="2907792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7223760" y="3529584"/>
            <a:ext cx="4599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Cumulative Plot</a:t>
            </a:r>
            <a:endParaRPr lang="en-US" sz="900" dirty="0"/>
          </a:p>
        </p:txBody>
      </p:sp>
      <p:sp>
        <p:nvSpPr>
          <p:cNvPr id="257" name="Shape 255"/>
          <p:cNvSpPr/>
          <p:nvPr/>
        </p:nvSpPr>
        <p:spPr>
          <a:xfrm>
            <a:off x="7589520" y="5998464"/>
            <a:ext cx="414223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7589520" y="3959352"/>
            <a:ext cx="0" cy="203911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7589520" y="5998464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7589520" y="5318760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7589520" y="4639056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7589520" y="3959352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7242048" y="393192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1.000</a:t>
            </a:r>
            <a:endParaRPr lang="en-US" sz="650" dirty="0"/>
          </a:p>
        </p:txBody>
      </p:sp>
      <p:sp>
        <p:nvSpPr>
          <p:cNvPr id="264" name="Text 262"/>
          <p:cNvSpPr/>
          <p:nvPr/>
        </p:nvSpPr>
        <p:spPr>
          <a:xfrm>
            <a:off x="7242048" y="5925312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</a:t>
            </a:r>
            <a:endParaRPr lang="en-US" sz="650" dirty="0"/>
          </a:p>
        </p:txBody>
      </p:sp>
      <p:sp>
        <p:nvSpPr>
          <p:cNvPr id="265" name="Text 263"/>
          <p:cNvSpPr/>
          <p:nvPr/>
        </p:nvSpPr>
        <p:spPr>
          <a:xfrm>
            <a:off x="11000232" y="605332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650" dirty="0"/>
          </a:p>
        </p:txBody>
      </p:sp>
      <p:sp>
        <p:nvSpPr>
          <p:cNvPr id="266" name="Text 264"/>
          <p:cNvSpPr/>
          <p:nvPr/>
        </p:nvSpPr>
        <p:spPr>
          <a:xfrm>
            <a:off x="7571232" y="375818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cdf</a:t>
            </a:r>
            <a:endParaRPr lang="en-US" sz="650" dirty="0"/>
          </a:p>
        </p:txBody>
      </p:sp>
      <p:sp>
        <p:nvSpPr>
          <p:cNvPr id="267" name="Shape 265"/>
          <p:cNvSpPr/>
          <p:nvPr/>
        </p:nvSpPr>
        <p:spPr>
          <a:xfrm>
            <a:off x="7875191" y="5969334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7875191" y="5940204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7974383" y="591107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7974383" y="588194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8073574" y="585281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8073574" y="582368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8172765" y="579455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8172765" y="576542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8271957" y="5736292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8271957" y="5707162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8371148" y="5678032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8371148" y="5648902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8470339" y="5619772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8470339" y="5590642"/>
            <a:ext cx="148787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8619127" y="5561511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8619127" y="5532381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8718318" y="5503251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8718318" y="5474121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8817509" y="5444991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8817509" y="5415861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8916701" y="5386730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8916701" y="5357600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9015892" y="5328470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9015892" y="5299340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9115083" y="5270210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9115083" y="5241080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9214275" y="5211949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9214275" y="5182819"/>
            <a:ext cx="148787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9363062" y="5153689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9363062" y="5124559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9462253" y="5095429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9462253" y="5066299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9561445" y="5037168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9561445" y="5008038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9660636" y="4978908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9660636" y="4949778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9759827" y="4920648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9759827" y="4891517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9859019" y="4862387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9859019" y="4833257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9958210" y="4804127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9958210" y="4774997"/>
            <a:ext cx="148787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10106997" y="4745867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10106997" y="4716736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10206189" y="4687606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10206189" y="4658476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10305380" y="4629346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10305380" y="4600216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10404571" y="4571086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10404571" y="4541955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10503763" y="4512825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10503763" y="4483695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10602954" y="4454565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10602954" y="4425435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10702145" y="4396305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10702145" y="4367174"/>
            <a:ext cx="148787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10850933" y="4338044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10850933" y="4308914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10950124" y="4279784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10950124" y="4250654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11049315" y="4221524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11049315" y="419239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11148507" y="416326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11148507" y="413413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11247698" y="410500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11247698" y="407587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11346889" y="404674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11346889" y="4017612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11446081" y="3988482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 Item Report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377440" y="10972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PRODA0 · A0004 · A0004C.2 · ETA100030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89720" y="1097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2026-04-27T21:18:28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6032" y="65836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RINGOSC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9875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RAW_RINGOSC · 70 points · 14 package(s)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3796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1111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701344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0.7388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86384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3699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833932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0.004349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18972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6287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966520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0.7388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51560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8875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099108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1389888"/>
            <a:ext cx="1874520" cy="498348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463040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Statistical Table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1719072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1737360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216152" y="1737360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2224024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242312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216152" y="2242312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0.7388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2728976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747264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216152" y="2747264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0.004349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3233928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252216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216152" y="3252216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0.7316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3738880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757168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216152" y="3757168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0.7351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4243832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262120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216152" y="4262120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0.7388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65760" y="4748784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767072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216152" y="4767072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0.7425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65760" y="5253736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5272024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216152" y="5272024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0.7460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65760" y="5758688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5776976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P95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216152" y="5776976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0.7454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304288" y="1389888"/>
            <a:ext cx="283464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14016" y="1463040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Box Plot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563064" y="2487168"/>
            <a:ext cx="31954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63064" y="2231136"/>
            <a:ext cx="0" cy="51206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95018" y="2231136"/>
            <a:ext cx="0" cy="51206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70830" y="2167128"/>
            <a:ext cx="45720" cy="640080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79041" y="2103120"/>
            <a:ext cx="0" cy="768096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939638" y="2167128"/>
            <a:ext cx="0" cy="141732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802478" y="201168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LSL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2939638" y="2167128"/>
            <a:ext cx="0" cy="141732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802478" y="201168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USL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2505456" y="2944368"/>
            <a:ext cx="2432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 0.7316   q1 0.7351   med 0.7388   q3 0.7425   max 0.7460</a:t>
            </a:r>
            <a:endParaRPr lang="en-US" sz="720" dirty="0"/>
          </a:p>
        </p:txBody>
      </p:sp>
      <p:sp>
        <p:nvSpPr>
          <p:cNvPr id="61" name="Shape 59"/>
          <p:cNvSpPr/>
          <p:nvPr/>
        </p:nvSpPr>
        <p:spPr>
          <a:xfrm>
            <a:off x="5321808" y="1389888"/>
            <a:ext cx="269748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31536" y="1463040"/>
            <a:ext cx="2478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WF Map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577840" y="1773936"/>
            <a:ext cx="2185416" cy="1188720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202168" y="1389888"/>
            <a:ext cx="3730752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8311896" y="1463040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</a:t>
            </a:r>
            <a:endParaRPr lang="en-US" sz="900" dirty="0"/>
          </a:p>
        </p:txBody>
      </p:sp>
      <p:sp>
        <p:nvSpPr>
          <p:cNvPr id="136" name="Shape 134"/>
          <p:cNvSpPr/>
          <p:nvPr/>
        </p:nvSpPr>
        <p:spPr>
          <a:xfrm>
            <a:off x="8677656" y="2852928"/>
            <a:ext cx="305409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677656" y="1892808"/>
            <a:ext cx="0" cy="9601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677656" y="285292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677656" y="253288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677656" y="221284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677656" y="189280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8330184" y="186537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0.7402</a:t>
            </a:r>
            <a:endParaRPr lang="en-US" sz="650" dirty="0"/>
          </a:p>
        </p:txBody>
      </p:sp>
      <p:sp>
        <p:nvSpPr>
          <p:cNvPr id="143" name="Text 141"/>
          <p:cNvSpPr/>
          <p:nvPr/>
        </p:nvSpPr>
        <p:spPr>
          <a:xfrm>
            <a:off x="8330184" y="277977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0.7374</a:t>
            </a:r>
            <a:endParaRPr lang="en-US" sz="650" dirty="0"/>
          </a:p>
        </p:txBody>
      </p:sp>
      <p:sp>
        <p:nvSpPr>
          <p:cNvPr id="144" name="Text 142"/>
          <p:cNvSpPr/>
          <p:nvPr/>
        </p:nvSpPr>
        <p:spPr>
          <a:xfrm>
            <a:off x="11000232" y="290779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650" dirty="0"/>
          </a:p>
        </p:txBody>
      </p:sp>
      <p:sp>
        <p:nvSpPr>
          <p:cNvPr id="145" name="Text 143"/>
          <p:cNvSpPr/>
          <p:nvPr/>
        </p:nvSpPr>
        <p:spPr>
          <a:xfrm>
            <a:off x="8659368" y="1691640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650" dirty="0"/>
          </a:p>
        </p:txBody>
      </p:sp>
      <p:sp>
        <p:nvSpPr>
          <p:cNvPr id="146" name="Shape 144"/>
          <p:cNvSpPr/>
          <p:nvPr/>
        </p:nvSpPr>
        <p:spPr>
          <a:xfrm>
            <a:off x="8677656" y="2372868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8912586" y="2372868"/>
            <a:ext cx="234930" cy="-137948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9147517" y="2234920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9382447" y="2234920"/>
            <a:ext cx="234930" cy="-137948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9617378" y="2096971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9852308" y="2096971"/>
            <a:ext cx="234930" cy="689741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0087239" y="2786713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10322169" y="2786713"/>
            <a:ext cx="234930" cy="-82769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10557100" y="1959023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0792030" y="1959023"/>
            <a:ext cx="234930" cy="689741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1026961" y="2648765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1261891" y="2648765"/>
            <a:ext cx="234930" cy="-137948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11496822" y="2510816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8645652" y="2340864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880582" y="2340864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9115513" y="2202916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9350443" y="2202916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9585374" y="2064967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9820304" y="2064967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0055235" y="2754709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0290165" y="2754709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0525096" y="1927019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0760026" y="1927019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994957" y="2616761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1229887" y="2616761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11464818" y="2478812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11699748" y="2478812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2304288" y="3456432"/>
            <a:ext cx="4617720" cy="2907792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2414016" y="3529584"/>
            <a:ext cx="4398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Radius Plot</a:t>
            </a:r>
            <a:endParaRPr lang="en-US" sz="900" dirty="0"/>
          </a:p>
        </p:txBody>
      </p:sp>
      <p:sp>
        <p:nvSpPr>
          <p:cNvPr id="175" name="Shape 173"/>
          <p:cNvSpPr/>
          <p:nvPr/>
        </p:nvSpPr>
        <p:spPr>
          <a:xfrm>
            <a:off x="2779776" y="5998464"/>
            <a:ext cx="394106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2779776" y="3959352"/>
            <a:ext cx="0" cy="203911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2779776" y="5998464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2779776" y="5318760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2779776" y="4639056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2779776" y="3959352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2432304" y="393192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0.7472</a:t>
            </a:r>
            <a:endParaRPr lang="en-US" sz="650" dirty="0"/>
          </a:p>
        </p:txBody>
      </p:sp>
      <p:sp>
        <p:nvSpPr>
          <p:cNvPr id="182" name="Text 180"/>
          <p:cNvSpPr/>
          <p:nvPr/>
        </p:nvSpPr>
        <p:spPr>
          <a:xfrm>
            <a:off x="2432304" y="5925312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0.7304</a:t>
            </a:r>
            <a:endParaRPr lang="en-US" sz="650" dirty="0"/>
          </a:p>
        </p:txBody>
      </p:sp>
      <p:sp>
        <p:nvSpPr>
          <p:cNvPr id="183" name="Text 181"/>
          <p:cNvSpPr/>
          <p:nvPr/>
        </p:nvSpPr>
        <p:spPr>
          <a:xfrm>
            <a:off x="5989320" y="605332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radius</a:t>
            </a:r>
            <a:endParaRPr lang="en-US" sz="650" dirty="0"/>
          </a:p>
        </p:txBody>
      </p:sp>
      <p:sp>
        <p:nvSpPr>
          <p:cNvPr id="184" name="Text 182"/>
          <p:cNvSpPr/>
          <p:nvPr/>
        </p:nvSpPr>
        <p:spPr>
          <a:xfrm>
            <a:off x="2761488" y="375818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650" dirty="0"/>
          </a:p>
        </p:txBody>
      </p:sp>
      <p:sp>
        <p:nvSpPr>
          <p:cNvPr id="185" name="Shape 183"/>
          <p:cNvSpPr/>
          <p:nvPr/>
        </p:nvSpPr>
        <p:spPr>
          <a:xfrm>
            <a:off x="6697980" y="583497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2756916" y="546875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697980" y="510253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697980" y="473631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697980" y="437009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697980" y="583497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2756916" y="546875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697980" y="510253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697980" y="473631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6697980" y="437009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6697980" y="578614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2756916" y="541992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6697980" y="505370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6697980" y="468748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6697980" y="432126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6697980" y="578614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2756916" y="541992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6697980" y="505370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697980" y="468748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6697980" y="432126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6697980" y="573731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2756916" y="537109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6697980" y="500487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6697980" y="463865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6697980" y="427243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6697980" y="573731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2756916" y="537109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6697980" y="500487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6697980" y="463865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6697980" y="427243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6697980" y="568848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2756916" y="532226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6697980" y="495604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6697980" y="458982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6697980" y="422360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6697980" y="568848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2756916" y="532226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6697980" y="495604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6697980" y="458982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6697980" y="422360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6697980" y="563965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2756916" y="527343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6697980" y="490721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6697980" y="454099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6697980" y="417477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6697980" y="563965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2756916" y="527343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6697980" y="490721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6697980" y="454099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6697980" y="417477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6697980" y="559082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2756916" y="522460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6697980" y="485838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6697980" y="449217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6697980" y="412595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6697980" y="559082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2756916" y="522460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6697980" y="485838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6697980" y="449217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6697980" y="412595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6697980" y="554200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2756916" y="517578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6697980" y="480956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6697980" y="444334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6697980" y="407712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6697980" y="554200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2756916" y="517578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6697980" y="480956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6697980" y="444334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6697980" y="407712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7114032" y="3456432"/>
            <a:ext cx="4818888" cy="2907792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7223760" y="3529584"/>
            <a:ext cx="4599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Cumulative Plot</a:t>
            </a:r>
            <a:endParaRPr lang="en-US" sz="900" dirty="0"/>
          </a:p>
        </p:txBody>
      </p:sp>
      <p:sp>
        <p:nvSpPr>
          <p:cNvPr id="257" name="Shape 255"/>
          <p:cNvSpPr/>
          <p:nvPr/>
        </p:nvSpPr>
        <p:spPr>
          <a:xfrm>
            <a:off x="7589520" y="5998464"/>
            <a:ext cx="414223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7589520" y="3959352"/>
            <a:ext cx="0" cy="203911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7589520" y="5998464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7589520" y="5318760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7589520" y="4639056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7589520" y="3959352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7242048" y="393192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1.000</a:t>
            </a:r>
            <a:endParaRPr lang="en-US" sz="650" dirty="0"/>
          </a:p>
        </p:txBody>
      </p:sp>
      <p:sp>
        <p:nvSpPr>
          <p:cNvPr id="264" name="Text 262"/>
          <p:cNvSpPr/>
          <p:nvPr/>
        </p:nvSpPr>
        <p:spPr>
          <a:xfrm>
            <a:off x="7242048" y="5925312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</a:t>
            </a:r>
            <a:endParaRPr lang="en-US" sz="650" dirty="0"/>
          </a:p>
        </p:txBody>
      </p:sp>
      <p:sp>
        <p:nvSpPr>
          <p:cNvPr id="265" name="Text 263"/>
          <p:cNvSpPr/>
          <p:nvPr/>
        </p:nvSpPr>
        <p:spPr>
          <a:xfrm>
            <a:off x="11000232" y="605332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650" dirty="0"/>
          </a:p>
        </p:txBody>
      </p:sp>
      <p:sp>
        <p:nvSpPr>
          <p:cNvPr id="266" name="Text 264"/>
          <p:cNvSpPr/>
          <p:nvPr/>
        </p:nvSpPr>
        <p:spPr>
          <a:xfrm>
            <a:off x="7571232" y="375818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cdf</a:t>
            </a:r>
            <a:endParaRPr lang="en-US" sz="650" dirty="0"/>
          </a:p>
        </p:txBody>
      </p:sp>
      <p:sp>
        <p:nvSpPr>
          <p:cNvPr id="267" name="Shape 265"/>
          <p:cNvSpPr/>
          <p:nvPr/>
        </p:nvSpPr>
        <p:spPr>
          <a:xfrm>
            <a:off x="7875191" y="5969334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7875191" y="5940204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7974383" y="591107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7974383" y="588194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8073574" y="585281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8073574" y="582368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8172765" y="579455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8172765" y="576542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8271957" y="5736292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8271957" y="5707162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8371148" y="5678032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8371148" y="5648902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8470339" y="5619772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8470339" y="5590642"/>
            <a:ext cx="148787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8619127" y="5561511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8619127" y="5532381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8718318" y="5503251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8718318" y="5474121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8817509" y="5444991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8817509" y="5415861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8916701" y="5386730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8916701" y="5357600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9015892" y="5328470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9015892" y="5299340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9115083" y="5270210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9115083" y="5241080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9214275" y="5211949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9214275" y="5182819"/>
            <a:ext cx="148787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9363062" y="5153689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9363062" y="5124559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9462253" y="5095429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9462253" y="5066299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9561445" y="5037168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9561445" y="5008038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9660636" y="4978908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9660636" y="4949778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9759827" y="4920648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9759827" y="4891517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9859019" y="4862387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9859019" y="4833257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9958210" y="4804127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9958210" y="4774997"/>
            <a:ext cx="148787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10106997" y="4745867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10106997" y="4716736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10206189" y="4687606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10206189" y="4658476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10305380" y="4629346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10305380" y="4600216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10404571" y="4571086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10404571" y="4541955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10503763" y="4512825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10503763" y="4483695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10602954" y="4454565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10602954" y="4425435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10702145" y="4396305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10702145" y="4367174"/>
            <a:ext cx="148787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10850933" y="4338044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10850933" y="4308914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10950124" y="4279784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10950124" y="4250654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11049315" y="4221524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11049315" y="419239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11148507" y="416326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11148507" y="413413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11247698" y="410500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11247698" y="407587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11346889" y="404674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11346889" y="4017612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11446081" y="3988482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 Item Report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377440" y="10972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PRODA0 · A0004 · A0004C.2 · ETA100030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89720" y="1097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2026-04-27T21:18:28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6032" y="65836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VTH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9875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RAW_VTH · 70 points · 14 package(s)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3796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1111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701344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0.5288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86384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3699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833932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0.004349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18972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6287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966520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0.5288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51560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8875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099108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1389888"/>
            <a:ext cx="1874520" cy="498348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463040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Statistical Table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1719072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1737360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216152" y="1737360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2224024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242312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216152" y="2242312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0.5288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2728976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747264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216152" y="2747264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0.004349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3233928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252216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216152" y="3252216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0.5216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3738880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757168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216152" y="3757168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0.5251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4243832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262120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216152" y="4262120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0.5288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65760" y="4748784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767072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216152" y="4767072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0.5325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65760" y="5253736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5272024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216152" y="5272024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0.5360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65760" y="5758688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5776976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P95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216152" y="5776976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0.5354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304288" y="1389888"/>
            <a:ext cx="283464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14016" y="1463040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Box Plot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550545" y="2487168"/>
            <a:ext cx="44473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50545" y="2231136"/>
            <a:ext cx="0" cy="51206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95018" y="2231136"/>
            <a:ext cx="0" cy="51206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61354" y="2167128"/>
            <a:ext cx="45720" cy="640080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72781" y="2103120"/>
            <a:ext cx="0" cy="768096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939638" y="2167128"/>
            <a:ext cx="0" cy="141732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802478" y="201168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LSL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2939638" y="2167128"/>
            <a:ext cx="0" cy="141732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802478" y="201168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USL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2505456" y="2944368"/>
            <a:ext cx="2432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 0.5216   q1 0.5251   med 0.5288   q3 0.5325   max 0.5360</a:t>
            </a:r>
            <a:endParaRPr lang="en-US" sz="720" dirty="0"/>
          </a:p>
        </p:txBody>
      </p:sp>
      <p:sp>
        <p:nvSpPr>
          <p:cNvPr id="61" name="Shape 59"/>
          <p:cNvSpPr/>
          <p:nvPr/>
        </p:nvSpPr>
        <p:spPr>
          <a:xfrm>
            <a:off x="5321808" y="1389888"/>
            <a:ext cx="269748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31536" y="1463040"/>
            <a:ext cx="2478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WF Map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577840" y="1773936"/>
            <a:ext cx="2185416" cy="1188720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202168" y="1389888"/>
            <a:ext cx="3730752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8311896" y="1463040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</a:t>
            </a:r>
            <a:endParaRPr lang="en-US" sz="900" dirty="0"/>
          </a:p>
        </p:txBody>
      </p:sp>
      <p:sp>
        <p:nvSpPr>
          <p:cNvPr id="136" name="Shape 134"/>
          <p:cNvSpPr/>
          <p:nvPr/>
        </p:nvSpPr>
        <p:spPr>
          <a:xfrm>
            <a:off x="8677656" y="2852928"/>
            <a:ext cx="305409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677656" y="1892808"/>
            <a:ext cx="0" cy="9601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677656" y="285292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677656" y="253288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677656" y="221284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677656" y="189280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8330184" y="186537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0.5302</a:t>
            </a:r>
            <a:endParaRPr lang="en-US" sz="650" dirty="0"/>
          </a:p>
        </p:txBody>
      </p:sp>
      <p:sp>
        <p:nvSpPr>
          <p:cNvPr id="143" name="Text 141"/>
          <p:cNvSpPr/>
          <p:nvPr/>
        </p:nvSpPr>
        <p:spPr>
          <a:xfrm>
            <a:off x="8330184" y="277977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0.5274</a:t>
            </a:r>
            <a:endParaRPr lang="en-US" sz="650" dirty="0"/>
          </a:p>
        </p:txBody>
      </p:sp>
      <p:sp>
        <p:nvSpPr>
          <p:cNvPr id="144" name="Text 142"/>
          <p:cNvSpPr/>
          <p:nvPr/>
        </p:nvSpPr>
        <p:spPr>
          <a:xfrm>
            <a:off x="11000232" y="290779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650" dirty="0"/>
          </a:p>
        </p:txBody>
      </p:sp>
      <p:sp>
        <p:nvSpPr>
          <p:cNvPr id="145" name="Text 143"/>
          <p:cNvSpPr/>
          <p:nvPr/>
        </p:nvSpPr>
        <p:spPr>
          <a:xfrm>
            <a:off x="8659368" y="1691640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650" dirty="0"/>
          </a:p>
        </p:txBody>
      </p:sp>
      <p:sp>
        <p:nvSpPr>
          <p:cNvPr id="146" name="Shape 144"/>
          <p:cNvSpPr/>
          <p:nvPr/>
        </p:nvSpPr>
        <p:spPr>
          <a:xfrm>
            <a:off x="8677656" y="2372868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8912586" y="2372868"/>
            <a:ext cx="234930" cy="-137948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9147517" y="2234920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9382447" y="2234920"/>
            <a:ext cx="234930" cy="-137948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9617378" y="2096971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9852308" y="2096971"/>
            <a:ext cx="234930" cy="689741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0087239" y="2786713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10322169" y="2786713"/>
            <a:ext cx="234930" cy="-82769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10557100" y="1959023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0792030" y="1959023"/>
            <a:ext cx="234930" cy="689741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1026961" y="2648765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1261891" y="2648765"/>
            <a:ext cx="234930" cy="-137948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11496822" y="2510816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8645652" y="2340864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880582" y="2340864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9115513" y="2202916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9350443" y="2202916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9585374" y="2064967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9820304" y="2064967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0055235" y="2754709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0290165" y="2754709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0525096" y="1927019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0760026" y="1927019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994957" y="2616761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1229887" y="2616761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11464818" y="2478812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11699748" y="2478812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2304288" y="3456432"/>
            <a:ext cx="4617720" cy="2907792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2414016" y="3529584"/>
            <a:ext cx="4398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Radius Plot</a:t>
            </a:r>
            <a:endParaRPr lang="en-US" sz="900" dirty="0"/>
          </a:p>
        </p:txBody>
      </p:sp>
      <p:sp>
        <p:nvSpPr>
          <p:cNvPr id="175" name="Shape 173"/>
          <p:cNvSpPr/>
          <p:nvPr/>
        </p:nvSpPr>
        <p:spPr>
          <a:xfrm>
            <a:off x="2779776" y="5998464"/>
            <a:ext cx="394106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2779776" y="3959352"/>
            <a:ext cx="0" cy="203911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2779776" y="5998464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2779776" y="5318760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2779776" y="4639056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2779776" y="3959352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2432304" y="393192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0.5372</a:t>
            </a:r>
            <a:endParaRPr lang="en-US" sz="650" dirty="0"/>
          </a:p>
        </p:txBody>
      </p:sp>
      <p:sp>
        <p:nvSpPr>
          <p:cNvPr id="182" name="Text 180"/>
          <p:cNvSpPr/>
          <p:nvPr/>
        </p:nvSpPr>
        <p:spPr>
          <a:xfrm>
            <a:off x="2432304" y="5925312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0.5204</a:t>
            </a:r>
            <a:endParaRPr lang="en-US" sz="650" dirty="0"/>
          </a:p>
        </p:txBody>
      </p:sp>
      <p:sp>
        <p:nvSpPr>
          <p:cNvPr id="183" name="Text 181"/>
          <p:cNvSpPr/>
          <p:nvPr/>
        </p:nvSpPr>
        <p:spPr>
          <a:xfrm>
            <a:off x="5989320" y="605332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radius</a:t>
            </a:r>
            <a:endParaRPr lang="en-US" sz="650" dirty="0"/>
          </a:p>
        </p:txBody>
      </p:sp>
      <p:sp>
        <p:nvSpPr>
          <p:cNvPr id="184" name="Text 182"/>
          <p:cNvSpPr/>
          <p:nvPr/>
        </p:nvSpPr>
        <p:spPr>
          <a:xfrm>
            <a:off x="2761488" y="375818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650" dirty="0"/>
          </a:p>
        </p:txBody>
      </p:sp>
      <p:sp>
        <p:nvSpPr>
          <p:cNvPr id="185" name="Shape 183"/>
          <p:cNvSpPr/>
          <p:nvPr/>
        </p:nvSpPr>
        <p:spPr>
          <a:xfrm>
            <a:off x="6697980" y="583497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2756916" y="546875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697980" y="510253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697980" y="473631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697980" y="437009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697980" y="583497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2756916" y="546875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697980" y="510253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697980" y="473631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6697980" y="437009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6697980" y="578614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2756916" y="541992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6697980" y="505370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6697980" y="468748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6697980" y="432126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6697980" y="578614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2756916" y="541992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6697980" y="505370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697980" y="468748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6697980" y="432126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6697980" y="573731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2756916" y="537109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6697980" y="500487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6697980" y="463865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6697980" y="427243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6697980" y="573731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2756916" y="537109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6697980" y="500487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6697980" y="463865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6697980" y="427243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6697980" y="568848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2756916" y="532226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6697980" y="495604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6697980" y="458982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6697980" y="422360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6697980" y="568848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2756916" y="532226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6697980" y="495604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6697980" y="458982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6697980" y="422360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6697980" y="563965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2756916" y="527343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6697980" y="490721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6697980" y="454099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6697980" y="417477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6697980" y="563965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2756916" y="527343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6697980" y="490721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6697980" y="454099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6697980" y="417477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6697980" y="559082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2756916" y="522460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6697980" y="485838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6697980" y="449217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6697980" y="412595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6697980" y="559082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2756916" y="522460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6697980" y="485838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6697980" y="449217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6697980" y="412595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6697980" y="554200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2756916" y="517578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6697980" y="480956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6697980" y="444334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6697980" y="407712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6697980" y="554200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2756916" y="517578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6697980" y="480956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6697980" y="444334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6697980" y="407712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7114032" y="3456432"/>
            <a:ext cx="4818888" cy="2907792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7223760" y="3529584"/>
            <a:ext cx="4599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Cumulative Plot</a:t>
            </a:r>
            <a:endParaRPr lang="en-US" sz="900" dirty="0"/>
          </a:p>
        </p:txBody>
      </p:sp>
      <p:sp>
        <p:nvSpPr>
          <p:cNvPr id="257" name="Shape 255"/>
          <p:cNvSpPr/>
          <p:nvPr/>
        </p:nvSpPr>
        <p:spPr>
          <a:xfrm>
            <a:off x="7589520" y="5998464"/>
            <a:ext cx="414223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7589520" y="3959352"/>
            <a:ext cx="0" cy="203911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7589520" y="5998464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7589520" y="5318760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7589520" y="4639056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7589520" y="3959352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7242048" y="393192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1.000</a:t>
            </a:r>
            <a:endParaRPr lang="en-US" sz="650" dirty="0"/>
          </a:p>
        </p:txBody>
      </p:sp>
      <p:sp>
        <p:nvSpPr>
          <p:cNvPr id="264" name="Text 262"/>
          <p:cNvSpPr/>
          <p:nvPr/>
        </p:nvSpPr>
        <p:spPr>
          <a:xfrm>
            <a:off x="7242048" y="5925312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</a:t>
            </a:r>
            <a:endParaRPr lang="en-US" sz="650" dirty="0"/>
          </a:p>
        </p:txBody>
      </p:sp>
      <p:sp>
        <p:nvSpPr>
          <p:cNvPr id="265" name="Text 263"/>
          <p:cNvSpPr/>
          <p:nvPr/>
        </p:nvSpPr>
        <p:spPr>
          <a:xfrm>
            <a:off x="11000232" y="605332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650" dirty="0"/>
          </a:p>
        </p:txBody>
      </p:sp>
      <p:sp>
        <p:nvSpPr>
          <p:cNvPr id="266" name="Text 264"/>
          <p:cNvSpPr/>
          <p:nvPr/>
        </p:nvSpPr>
        <p:spPr>
          <a:xfrm>
            <a:off x="7571232" y="375818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cdf</a:t>
            </a:r>
            <a:endParaRPr lang="en-US" sz="650" dirty="0"/>
          </a:p>
        </p:txBody>
      </p:sp>
      <p:sp>
        <p:nvSpPr>
          <p:cNvPr id="267" name="Shape 265"/>
          <p:cNvSpPr/>
          <p:nvPr/>
        </p:nvSpPr>
        <p:spPr>
          <a:xfrm>
            <a:off x="7875191" y="5969334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7875191" y="5940204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7974383" y="591107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7974383" y="588194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8073574" y="585281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8073574" y="582368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8172765" y="579455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8172765" y="576542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8271957" y="5736292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8271957" y="5707162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8371148" y="5678032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8371148" y="5648902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8470339" y="5619772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8470339" y="5590642"/>
            <a:ext cx="148787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8619127" y="5561511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8619127" y="5532381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8718318" y="5503251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8718318" y="5474121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8817509" y="5444991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8817509" y="5415861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8916701" y="5386730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8916701" y="5357600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9015892" y="5328470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9015892" y="5299340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9115083" y="5270210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9115083" y="5241080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9214275" y="5211949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9214275" y="5182819"/>
            <a:ext cx="148787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9363062" y="5153689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9363062" y="5124559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9462253" y="5095429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9462253" y="5066299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9561445" y="5037168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9561445" y="5008038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9660636" y="4978908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9660636" y="4949778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9759827" y="4920648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9759827" y="4891517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9859019" y="4862387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9859019" y="4833257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9958210" y="4804127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9958210" y="4774997"/>
            <a:ext cx="148787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10106997" y="4745867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10106997" y="4716736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10206189" y="4687606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10206189" y="4658476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10305380" y="4629346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10305380" y="4600216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10404571" y="4571086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10404571" y="4541955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10503763" y="4512825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10503763" y="4483695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10602954" y="4454565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10602954" y="4425435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10702145" y="4396305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10702145" y="4367174"/>
            <a:ext cx="148787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10850933" y="4338044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10850933" y="4308914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10950124" y="4279784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10950124" y="4250654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11049315" y="4221524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11049315" y="419239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11148507" y="416326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11148507" y="413413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11247698" y="410500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11247698" y="407587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11346889" y="404674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11346889" y="4017612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11446081" y="3988482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flow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 Item Report</dc:title>
  <dc:subject>ET item report</dc:subject>
  <dc:creator>flow ET Report</dc:creator>
  <cp:lastModifiedBy>flow ET Report</cp:lastModifiedBy>
  <cp:revision>1</cp:revision>
  <dcterms:created xsi:type="dcterms:W3CDTF">2026-04-27T12:18:28Z</dcterms:created>
  <dcterms:modified xsi:type="dcterms:W3CDTF">2026-04-27T12:18:28Z</dcterms:modified>
</cp:coreProperties>
</file>